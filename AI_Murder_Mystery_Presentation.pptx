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Figtree Black"/>
      <p:bold r:id="rId24"/>
      <p:boldItalic r:id="rId25"/>
    </p:embeddedFont>
    <p:embeddedFont>
      <p:font typeface="Hanken Grotesk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FigtreeBlack-bold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ankenGrotesk-regular.fntdata"/><Relationship Id="rId25" Type="http://schemas.openxmlformats.org/officeDocument/2006/relationships/font" Target="fonts/FigtreeBlack-boldItalic.fntdata"/><Relationship Id="rId28" Type="http://schemas.openxmlformats.org/officeDocument/2006/relationships/font" Target="fonts/HankenGrotesk-italic.fntdata"/><Relationship Id="rId27" Type="http://schemas.openxmlformats.org/officeDocument/2006/relationships/font" Target="fonts/Hanken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ankenGrotesk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1cd8c69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b1cd8c69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9" name="Google Shape;19;p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" name="Google Shape;28;p3"/>
          <p:cNvSpPr txBox="1"/>
          <p:nvPr>
            <p:ph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3"/>
          <p:cNvSpPr txBox="1"/>
          <p:nvPr>
            <p:ph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3"/>
          <p:cNvSpPr txBox="1"/>
          <p:nvPr>
            <p:ph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3"/>
          <p:cNvSpPr txBox="1"/>
          <p:nvPr>
            <p:ph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3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9" name="Google Shape;39;p3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0" name="Google Shape;40;p3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4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44" name="Google Shape;44;p4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" name="Google Shape;45;p4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" name="Google Shape;46;p4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4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" name="Google Shape;49;p4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5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53" name="Google Shape;53;p5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5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" name="Google Shape;55;p5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" name="Google Shape;56;p5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57" name="Google Shape;57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58;p5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5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5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6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70" name="Google Shape;70;p6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71" name="Google Shape;71;p6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2" name="Google Shape;72;p6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73" name="Google Shape;73;p6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4" name="Google Shape;74;p6"/>
          <p:cNvSpPr txBox="1"/>
          <p:nvPr>
            <p:ph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6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6"/>
          <p:cNvSpPr txBox="1"/>
          <p:nvPr>
            <p:ph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6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7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83" name="Google Shape;83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" name="Google Shape;84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6" name="Google Shape;86;p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8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90" name="Google Shape;90;p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" name="Google Shape;91;p8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" name="Google Shape;92;p8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8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8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8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98" name="Google Shape;98;p8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" name="Google Shape;102;p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03" name="Google Shape;103;p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" name="Google Shape;104;p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" name="Google Shape;105;p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6" name="Google Shape;106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9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9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9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1" name="Google Shape;111;p9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2" name="Google Shape;112;p9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10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116" name="Google Shape;116;p1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" name="Google Shape;117;p1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10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9" name="Google Shape;119;p10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2" name="Google Shape;122;p11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23" name="Google Shape;123;p1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" name="Google Shape;124;p11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11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6" name="Google Shape;126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1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1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1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1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32" name="Google Shape;132;p11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33" name="Google Shape;133;p11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34" name="Google Shape;134;p11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12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138" name="Google Shape;138;p12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2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12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1" name="Google Shape;141;p12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12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2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/>
              </a:rPr>
              <a:t>Slidesgo</a:t>
            </a:r>
            <a:r>
              <a:rPr b="1" i="0" lang="en-US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b="0" i="0" lang="en-US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b="1" i="0" lang="en-US" sz="1200" u="sng" cap="none" strike="noStrik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/>
              </a:rPr>
              <a:t>Freepik</a:t>
            </a:r>
            <a:r>
              <a:rPr b="1" i="0" lang="en-US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13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147" name="Google Shape;147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" name="Google Shape;148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" name="Google Shape;149;p13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0" name="Google Shape;15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1" name="Google Shape;151;p13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14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155" name="Google Shape;155;p1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" name="Google Shape;156;p14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14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8" name="Google Shape;158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9" name="Google Shape;159;p14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60" name="Google Shape;160;p14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61" name="Google Shape;161;p14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62" name="Google Shape;162;p14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" name="Google Shape;165;p15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166" name="Google Shape;166;p15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167" name="Google Shape;167;p15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8" name="Google Shape;168;p15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9" name="Google Shape;169;p15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70" name="Google Shape;170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" name="Google Shape;17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" name="Google Shape;174;p16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175" name="Google Shape;175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6" name="Google Shape;176;p16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16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8" name="Google Shape;178;p16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17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183" name="Google Shape;183;p17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Arial"/>
                <a:buNone/>
              </a:pPr>
              <a:r>
                <a:t/>
              </a:r>
              <a:endParaRPr b="0" i="0" sz="38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184" name="Google Shape;184;p17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17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6" name="Google Shape;186;p17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9" name="Google Shape;189;p18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90" name="Google Shape;190;p1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1" name="Google Shape;191;p18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18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3" name="Google Shape;193;p18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4" name="Google Shape;194;p18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19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0" name="Google Shape;200;p20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201" name="Google Shape;201;p20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2" name="Google Shape;202;p20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20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4" name="Google Shape;204;p20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5" name="Google Shape;205;p20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2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210" name="Google Shape;210;p2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1" name="Google Shape;211;p22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2" name="Google Shape;212;p22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3" name="Google Shape;213;p22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7" name="Google Shape;217;p23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218" name="Google Shape;218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9" name="Google Shape;219;p23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0" name="Google Shape;220;p23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" name="Google Shape;221;p23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3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24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226" name="Google Shape;226;p2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" name="Google Shape;227;p2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24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9" name="Google Shape;229;p24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0" name="Google Shape;230;p24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p25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234" name="Google Shape;234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5" name="Google Shape;235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25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7" name="Google Shape;237;p2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" name="Google Shape;241;p26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242" name="Google Shape;242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3" name="Google Shape;243;p2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26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5" name="Google Shape;245;p26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27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50" name="Google Shape;250;p2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1" name="Google Shape;251;p27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27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3" name="Google Shape;25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7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27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7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7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7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61" name="Google Shape;261;p27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62" name="Google Shape;262;p27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63" name="Google Shape;263;p27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64" name="Google Shape;264;p27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b="0" i="0" sz="28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3800"/>
              <a:t>AI Murder Mystery: The Blackwood Mansion</a:t>
            </a:r>
            <a:endParaRPr/>
          </a:p>
        </p:txBody>
      </p:sp>
      <p:sp>
        <p:nvSpPr>
          <p:cNvPr id="284" name="Google Shape;284;p30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Hanken Grotesk"/>
                <a:ea typeface="Hanken Grotesk"/>
                <a:cs typeface="Hanken Grotesk"/>
                <a:sym typeface="Hanken Grotesk"/>
              </a:rPr>
              <a:t>Multi-Agent Adversarial AI Game</a:t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" name="Google Shape;289;p31"/>
          <p:cNvCxnSpPr>
            <a:stCxn id="290" idx="1"/>
          </p:cNvCxnSpPr>
          <p:nvPr/>
        </p:nvCxnSpPr>
        <p:spPr>
          <a:xfrm rot="10800000">
            <a:off x="-167825" y="3160425"/>
            <a:ext cx="6304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31"/>
          <p:cNvCxnSpPr>
            <a:stCxn id="292" idx="3"/>
          </p:cNvCxnSpPr>
          <p:nvPr/>
        </p:nvCxnSpPr>
        <p:spPr>
          <a:xfrm>
            <a:off x="1285275" y="1502500"/>
            <a:ext cx="800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31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Table of Contents</a:t>
            </a:r>
            <a:endParaRPr/>
          </a:p>
        </p:txBody>
      </p:sp>
      <p:sp>
        <p:nvSpPr>
          <p:cNvPr id="294" name="Google Shape;294;p31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Game mechanics and interface</a:t>
            </a:r>
            <a:endParaRPr sz="1600"/>
          </a:p>
        </p:txBody>
      </p:sp>
      <p:sp>
        <p:nvSpPr>
          <p:cNvPr id="295" name="Google Shape;295;p31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Why build an adversarial AI game?</a:t>
            </a:r>
            <a:endParaRPr/>
          </a:p>
        </p:txBody>
      </p:sp>
      <p:sp>
        <p:nvSpPr>
          <p:cNvPr id="296" name="Google Shape;296;p31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Techniques for deceptive agents</a:t>
            </a:r>
            <a:endParaRPr/>
          </a:p>
        </p:txBody>
      </p:sp>
      <p:sp>
        <p:nvSpPr>
          <p:cNvPr id="297" name="Google Shape;297;p31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Tech stack and system design</a:t>
            </a:r>
            <a:endParaRPr/>
          </a:p>
        </p:txBody>
      </p:sp>
      <p:sp>
        <p:nvSpPr>
          <p:cNvPr id="292" name="Google Shape;292;p31"/>
          <p:cNvSpPr txBox="1"/>
          <p:nvPr>
            <p:ph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100">
                <a:solidFill>
                  <a:schemeClr val="lt1"/>
                </a:solidFill>
              </a:rPr>
              <a:t>01</a:t>
            </a:r>
            <a:endParaRPr/>
          </a:p>
        </p:txBody>
      </p:sp>
      <p:sp>
        <p:nvSpPr>
          <p:cNvPr id="298" name="Google Shape;298;p31"/>
          <p:cNvSpPr txBox="1"/>
          <p:nvPr>
            <p:ph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100">
                <a:solidFill>
                  <a:schemeClr val="lt1"/>
                </a:solidFill>
              </a:rPr>
              <a:t>05</a:t>
            </a:r>
            <a:endParaRPr/>
          </a:p>
        </p:txBody>
      </p:sp>
      <p:sp>
        <p:nvSpPr>
          <p:cNvPr id="299" name="Google Shape;299;p31"/>
          <p:cNvSpPr txBox="1"/>
          <p:nvPr>
            <p:ph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100">
                <a:solidFill>
                  <a:schemeClr val="lt1"/>
                </a:solidFill>
              </a:rPr>
              <a:t>04</a:t>
            </a:r>
            <a:endParaRPr/>
          </a:p>
        </p:txBody>
      </p:sp>
      <p:sp>
        <p:nvSpPr>
          <p:cNvPr id="300" name="Google Shape;300;p31"/>
          <p:cNvSpPr txBox="1"/>
          <p:nvPr>
            <p:ph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100">
                <a:solidFill>
                  <a:schemeClr val="lt1"/>
                </a:solidFill>
              </a:rPr>
              <a:t>02</a:t>
            </a:r>
            <a:endParaRPr/>
          </a:p>
        </p:txBody>
      </p:sp>
      <p:sp>
        <p:nvSpPr>
          <p:cNvPr id="301" name="Google Shape;301;p31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Key learnings and future work</a:t>
            </a:r>
            <a:endParaRPr/>
          </a:p>
        </p:txBody>
      </p:sp>
      <p:sp>
        <p:nvSpPr>
          <p:cNvPr id="302" name="Google Shape;302;p31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Three specialized agent types</a:t>
            </a:r>
            <a:endParaRPr/>
          </a:p>
        </p:txBody>
      </p:sp>
      <p:sp>
        <p:nvSpPr>
          <p:cNvPr id="290" name="Google Shape;290;p31"/>
          <p:cNvSpPr txBox="1"/>
          <p:nvPr>
            <p:ph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100">
                <a:solidFill>
                  <a:schemeClr val="lt1"/>
                </a:solidFill>
              </a:rPr>
              <a:t>06</a:t>
            </a:r>
            <a:endParaRPr/>
          </a:p>
        </p:txBody>
      </p:sp>
      <p:sp>
        <p:nvSpPr>
          <p:cNvPr id="303" name="Google Shape;303;p31"/>
          <p:cNvSpPr txBox="1"/>
          <p:nvPr>
            <p:ph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1100">
                <a:solidFill>
                  <a:schemeClr val="lt1"/>
                </a:solidFill>
              </a:rPr>
              <a:t>03</a:t>
            </a:r>
            <a:endParaRPr/>
          </a:p>
        </p:txBody>
      </p:sp>
      <p:sp>
        <p:nvSpPr>
          <p:cNvPr id="304" name="Google Shape;304;p31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Figtree Black"/>
                <a:ea typeface="Figtree Black"/>
                <a:cs typeface="Figtree Black"/>
                <a:sym typeface="Figtree Black"/>
              </a:rPr>
              <a:t>Problem</a:t>
            </a:r>
            <a:endParaRPr/>
          </a:p>
        </p:txBody>
      </p:sp>
      <p:sp>
        <p:nvSpPr>
          <p:cNvPr id="305" name="Google Shape;305;p31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Figtree Black"/>
                <a:ea typeface="Figtree Black"/>
                <a:cs typeface="Figtree Black"/>
                <a:sym typeface="Figtree Black"/>
              </a:rPr>
              <a:t>Prompting</a:t>
            </a:r>
            <a:endParaRPr/>
          </a:p>
        </p:txBody>
      </p:sp>
      <p:sp>
        <p:nvSpPr>
          <p:cNvPr id="306" name="Google Shape;306;p31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Figtree Black"/>
                <a:ea typeface="Figtree Black"/>
                <a:cs typeface="Figtree Black"/>
                <a:sym typeface="Figtree Black"/>
              </a:rPr>
              <a:t>Demo</a:t>
            </a:r>
            <a:endParaRPr/>
          </a:p>
        </p:txBody>
      </p:sp>
      <p:sp>
        <p:nvSpPr>
          <p:cNvPr id="307" name="Google Shape;307;p31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Figtree Black"/>
                <a:ea typeface="Figtree Black"/>
                <a:cs typeface="Figtree Black"/>
                <a:sym typeface="Figtree Black"/>
              </a:rPr>
              <a:t>Architecture</a:t>
            </a:r>
            <a:endParaRPr/>
          </a:p>
        </p:txBody>
      </p:sp>
      <p:sp>
        <p:nvSpPr>
          <p:cNvPr id="308" name="Google Shape;308;p31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Figtree Black"/>
                <a:ea typeface="Figtree Black"/>
                <a:cs typeface="Figtree Black"/>
                <a:sym typeface="Figtree Black"/>
              </a:rPr>
              <a:t>Conclusions</a:t>
            </a:r>
            <a:endParaRPr/>
          </a:p>
        </p:txBody>
      </p:sp>
      <p:sp>
        <p:nvSpPr>
          <p:cNvPr id="309" name="Google Shape;309;p31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800">
                <a:latin typeface="Figtree Black"/>
                <a:ea typeface="Figtree Black"/>
                <a:cs typeface="Figtree Black"/>
                <a:sym typeface="Figtree Black"/>
              </a:rPr>
              <a:t>Multi-Agent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000"/>
              <a:t>Problem</a:t>
            </a:r>
            <a:endParaRPr/>
          </a:p>
        </p:txBody>
      </p:sp>
      <p:sp>
        <p:nvSpPr>
          <p:cNvPr id="315" name="Google Shape;315;p32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Why build an adversarial murder mystery game?</a:t>
            </a:r>
            <a:endParaRPr/>
          </a:p>
        </p:txBody>
      </p:sp>
      <p:sp>
        <p:nvSpPr>
          <p:cNvPr id="316" name="Google Shape;316;p32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3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Motivation &amp; Problem Statement</a:t>
            </a:r>
            <a:endParaRPr/>
          </a:p>
        </p:txBody>
      </p:sp>
      <p:sp>
        <p:nvSpPr>
          <p:cNvPr id="322" name="Google Shape;322;p33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Most LLM applications are cooperative. We wanted to explore adversarial dynamics where AI agents actively work against the user's goals.</a:t>
            </a:r>
            <a:endParaRPr/>
          </a:p>
        </p:txBody>
      </p:sp>
      <p:sp>
        <p:nvSpPr>
          <p:cNvPr id="323" name="Google Shape;323;p33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Can LLMs reliably hide information while staying in character? This tests prompt engineering limits and requires novel safety guardrails.</a:t>
            </a:r>
            <a:endParaRPr/>
          </a:p>
        </p:txBody>
      </p:sp>
      <p:sp>
        <p:nvSpPr>
          <p:cNvPr id="324" name="Google Shape;324;p33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Murder mystery games require complex reasoning, consistent personas, and dynamic responses—a compelling test for modern LLMs.</a:t>
            </a:r>
            <a:endParaRPr/>
          </a:p>
        </p:txBody>
      </p:sp>
      <p:sp>
        <p:nvSpPr>
          <p:cNvPr id="325" name="Google Shape;325;p33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Adversarial AI Challenge</a:t>
            </a:r>
            <a:endParaRPr/>
          </a:p>
        </p:txBody>
      </p:sp>
      <p:sp>
        <p:nvSpPr>
          <p:cNvPr id="326" name="Google Shape;326;p33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Information Hiding Problem</a:t>
            </a:r>
            <a:endParaRPr/>
          </a:p>
        </p:txBody>
      </p:sp>
      <p:sp>
        <p:nvSpPr>
          <p:cNvPr id="327" name="Google Shape;327;p33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Interactive Storytelling</a:t>
            </a:r>
            <a:endParaRPr/>
          </a:p>
        </p:txBody>
      </p:sp>
      <p:grpSp>
        <p:nvGrpSpPr>
          <p:cNvPr id="328" name="Google Shape;328;p33"/>
          <p:cNvGrpSpPr/>
          <p:nvPr/>
        </p:nvGrpSpPr>
        <p:grpSpPr>
          <a:xfrm>
            <a:off x="1103963" y="3625800"/>
            <a:ext cx="345000" cy="343975"/>
            <a:chOff x="1799738" y="3074500"/>
            <a:chExt cx="345000" cy="343975"/>
          </a:xfrm>
        </p:grpSpPr>
        <p:sp>
          <p:nvSpPr>
            <p:cNvPr id="329" name="Google Shape;329;p33"/>
            <p:cNvSpPr/>
            <p:nvPr/>
          </p:nvSpPr>
          <p:spPr>
            <a:xfrm>
              <a:off x="1799738" y="3272100"/>
              <a:ext cx="345000" cy="146375"/>
            </a:xfrm>
            <a:custGeom>
              <a:rect b="b" l="l" r="r" t="t"/>
              <a:pathLst>
                <a:path extrusionOk="0" h="5855" w="13800">
                  <a:moveTo>
                    <a:pt x="5424" y="595"/>
                  </a:moveTo>
                  <a:cubicBezTo>
                    <a:pt x="6070" y="595"/>
                    <a:pt x="6582" y="1149"/>
                    <a:pt x="6582" y="1795"/>
                  </a:cubicBezTo>
                  <a:lnTo>
                    <a:pt x="6582" y="2779"/>
                  </a:lnTo>
                  <a:cubicBezTo>
                    <a:pt x="6193" y="2523"/>
                    <a:pt x="5772" y="2389"/>
                    <a:pt x="5301" y="2389"/>
                  </a:cubicBezTo>
                  <a:lnTo>
                    <a:pt x="1067" y="2389"/>
                  </a:lnTo>
                  <a:lnTo>
                    <a:pt x="1067" y="1795"/>
                  </a:lnTo>
                  <a:cubicBezTo>
                    <a:pt x="1067" y="1497"/>
                    <a:pt x="1282" y="1241"/>
                    <a:pt x="1579" y="1241"/>
                  </a:cubicBezTo>
                  <a:cubicBezTo>
                    <a:pt x="2656" y="1241"/>
                    <a:pt x="3763" y="1067"/>
                    <a:pt x="4788" y="729"/>
                  </a:cubicBezTo>
                  <a:lnTo>
                    <a:pt x="4870" y="729"/>
                  </a:lnTo>
                  <a:cubicBezTo>
                    <a:pt x="5085" y="636"/>
                    <a:pt x="5219" y="595"/>
                    <a:pt x="5424" y="595"/>
                  </a:cubicBezTo>
                  <a:close/>
                  <a:moveTo>
                    <a:pt x="8417" y="595"/>
                  </a:moveTo>
                  <a:cubicBezTo>
                    <a:pt x="8591" y="595"/>
                    <a:pt x="8714" y="636"/>
                    <a:pt x="8930" y="729"/>
                  </a:cubicBezTo>
                  <a:lnTo>
                    <a:pt x="9012" y="729"/>
                  </a:lnTo>
                  <a:cubicBezTo>
                    <a:pt x="10037" y="1067"/>
                    <a:pt x="11113" y="1241"/>
                    <a:pt x="12220" y="1241"/>
                  </a:cubicBezTo>
                  <a:cubicBezTo>
                    <a:pt x="12518" y="1241"/>
                    <a:pt x="12733" y="1497"/>
                    <a:pt x="12733" y="1579"/>
                  </a:cubicBezTo>
                  <a:lnTo>
                    <a:pt x="12733" y="2389"/>
                  </a:lnTo>
                  <a:lnTo>
                    <a:pt x="8458" y="2389"/>
                  </a:lnTo>
                  <a:cubicBezTo>
                    <a:pt x="8038" y="2389"/>
                    <a:pt x="7566" y="2523"/>
                    <a:pt x="7177" y="2779"/>
                  </a:cubicBezTo>
                  <a:lnTo>
                    <a:pt x="7177" y="1795"/>
                  </a:lnTo>
                  <a:cubicBezTo>
                    <a:pt x="7177" y="1149"/>
                    <a:pt x="7730" y="595"/>
                    <a:pt x="8417" y="595"/>
                  </a:cubicBezTo>
                  <a:close/>
                  <a:moveTo>
                    <a:pt x="13205" y="2984"/>
                  </a:moveTo>
                  <a:lnTo>
                    <a:pt x="13205" y="4142"/>
                  </a:lnTo>
                  <a:lnTo>
                    <a:pt x="8243" y="4142"/>
                  </a:lnTo>
                  <a:cubicBezTo>
                    <a:pt x="7946" y="4142"/>
                    <a:pt x="7689" y="4358"/>
                    <a:pt x="7648" y="4655"/>
                  </a:cubicBezTo>
                  <a:cubicBezTo>
                    <a:pt x="7566" y="4993"/>
                    <a:pt x="7269" y="5290"/>
                    <a:pt x="6879" y="5290"/>
                  </a:cubicBezTo>
                  <a:cubicBezTo>
                    <a:pt x="6541" y="5290"/>
                    <a:pt x="6193" y="4993"/>
                    <a:pt x="6152" y="4655"/>
                  </a:cubicBezTo>
                  <a:cubicBezTo>
                    <a:pt x="6070" y="4358"/>
                    <a:pt x="5813" y="4142"/>
                    <a:pt x="5516" y="4142"/>
                  </a:cubicBezTo>
                  <a:lnTo>
                    <a:pt x="605" y="4142"/>
                  </a:lnTo>
                  <a:lnTo>
                    <a:pt x="605" y="2984"/>
                  </a:lnTo>
                  <a:lnTo>
                    <a:pt x="5301" y="2984"/>
                  </a:lnTo>
                  <a:cubicBezTo>
                    <a:pt x="5813" y="2984"/>
                    <a:pt x="6326" y="3199"/>
                    <a:pt x="6664" y="3548"/>
                  </a:cubicBezTo>
                  <a:cubicBezTo>
                    <a:pt x="6731" y="3609"/>
                    <a:pt x="6818" y="3640"/>
                    <a:pt x="6899" y="3640"/>
                  </a:cubicBezTo>
                  <a:cubicBezTo>
                    <a:pt x="6979" y="3640"/>
                    <a:pt x="7054" y="3609"/>
                    <a:pt x="7095" y="3548"/>
                  </a:cubicBezTo>
                  <a:cubicBezTo>
                    <a:pt x="7474" y="3199"/>
                    <a:pt x="7987" y="2984"/>
                    <a:pt x="8499" y="2984"/>
                  </a:cubicBezTo>
                  <a:close/>
                  <a:moveTo>
                    <a:pt x="5383" y="1"/>
                  </a:moveTo>
                  <a:cubicBezTo>
                    <a:pt x="5085" y="1"/>
                    <a:pt x="4870" y="83"/>
                    <a:pt x="4655" y="124"/>
                  </a:cubicBezTo>
                  <a:cubicBezTo>
                    <a:pt x="4614" y="165"/>
                    <a:pt x="4614" y="165"/>
                    <a:pt x="4573" y="165"/>
                  </a:cubicBezTo>
                  <a:cubicBezTo>
                    <a:pt x="3589" y="513"/>
                    <a:pt x="2605" y="636"/>
                    <a:pt x="1579" y="636"/>
                  </a:cubicBezTo>
                  <a:cubicBezTo>
                    <a:pt x="985" y="636"/>
                    <a:pt x="472" y="1149"/>
                    <a:pt x="472" y="1795"/>
                  </a:cubicBezTo>
                  <a:lnTo>
                    <a:pt x="472" y="2389"/>
                  </a:lnTo>
                  <a:lnTo>
                    <a:pt x="298" y="2389"/>
                  </a:lnTo>
                  <a:cubicBezTo>
                    <a:pt x="134" y="2389"/>
                    <a:pt x="1" y="2564"/>
                    <a:pt x="1" y="2687"/>
                  </a:cubicBezTo>
                  <a:lnTo>
                    <a:pt x="1" y="4440"/>
                  </a:lnTo>
                  <a:cubicBezTo>
                    <a:pt x="1" y="4614"/>
                    <a:pt x="134" y="4737"/>
                    <a:pt x="298" y="4737"/>
                  </a:cubicBezTo>
                  <a:lnTo>
                    <a:pt x="5516" y="4737"/>
                  </a:lnTo>
                  <a:cubicBezTo>
                    <a:pt x="5557" y="4737"/>
                    <a:pt x="5557" y="4737"/>
                    <a:pt x="5557" y="4778"/>
                  </a:cubicBezTo>
                  <a:cubicBezTo>
                    <a:pt x="5680" y="5424"/>
                    <a:pt x="6244" y="5854"/>
                    <a:pt x="6879" y="5854"/>
                  </a:cubicBezTo>
                  <a:cubicBezTo>
                    <a:pt x="7566" y="5854"/>
                    <a:pt x="8120" y="5424"/>
                    <a:pt x="8243" y="4778"/>
                  </a:cubicBezTo>
                  <a:lnTo>
                    <a:pt x="8243" y="4737"/>
                  </a:lnTo>
                  <a:lnTo>
                    <a:pt x="13502" y="4737"/>
                  </a:lnTo>
                  <a:cubicBezTo>
                    <a:pt x="13625" y="4737"/>
                    <a:pt x="13799" y="4614"/>
                    <a:pt x="13799" y="4440"/>
                  </a:cubicBezTo>
                  <a:lnTo>
                    <a:pt x="13799" y="2687"/>
                  </a:lnTo>
                  <a:cubicBezTo>
                    <a:pt x="13799" y="2564"/>
                    <a:pt x="13625" y="2389"/>
                    <a:pt x="13502" y="2389"/>
                  </a:cubicBezTo>
                  <a:lnTo>
                    <a:pt x="13287" y="2389"/>
                  </a:lnTo>
                  <a:lnTo>
                    <a:pt x="13287" y="1579"/>
                  </a:lnTo>
                  <a:cubicBezTo>
                    <a:pt x="13287" y="1364"/>
                    <a:pt x="13205" y="1190"/>
                    <a:pt x="13030" y="1026"/>
                  </a:cubicBezTo>
                  <a:cubicBezTo>
                    <a:pt x="12815" y="811"/>
                    <a:pt x="12477" y="636"/>
                    <a:pt x="12179" y="636"/>
                  </a:cubicBezTo>
                  <a:cubicBezTo>
                    <a:pt x="11154" y="636"/>
                    <a:pt x="10170" y="513"/>
                    <a:pt x="9186" y="165"/>
                  </a:cubicBezTo>
                  <a:cubicBezTo>
                    <a:pt x="9145" y="165"/>
                    <a:pt x="9145" y="165"/>
                    <a:pt x="9104" y="124"/>
                  </a:cubicBezTo>
                  <a:cubicBezTo>
                    <a:pt x="8889" y="83"/>
                    <a:pt x="8673" y="1"/>
                    <a:pt x="8376" y="1"/>
                  </a:cubicBezTo>
                  <a:cubicBezTo>
                    <a:pt x="7782" y="1"/>
                    <a:pt x="7218" y="339"/>
                    <a:pt x="6879" y="811"/>
                  </a:cubicBezTo>
                  <a:cubicBezTo>
                    <a:pt x="6582" y="339"/>
                    <a:pt x="6028" y="1"/>
                    <a:pt x="538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2062438" y="3124750"/>
              <a:ext cx="37450" cy="14875"/>
            </a:xfrm>
            <a:custGeom>
              <a:rect b="b" l="l" r="r" t="t"/>
              <a:pathLst>
                <a:path extrusionOk="0" h="595" w="1498">
                  <a:moveTo>
                    <a:pt x="349" y="0"/>
                  </a:moveTo>
                  <a:cubicBezTo>
                    <a:pt x="134" y="0"/>
                    <a:pt x="0" y="164"/>
                    <a:pt x="41" y="338"/>
                  </a:cubicBezTo>
                  <a:cubicBezTo>
                    <a:pt x="41" y="472"/>
                    <a:pt x="175" y="595"/>
                    <a:pt x="349" y="595"/>
                  </a:cubicBezTo>
                  <a:lnTo>
                    <a:pt x="1200" y="595"/>
                  </a:lnTo>
                  <a:cubicBezTo>
                    <a:pt x="1374" y="595"/>
                    <a:pt x="1497" y="420"/>
                    <a:pt x="1497" y="256"/>
                  </a:cubicBezTo>
                  <a:cubicBezTo>
                    <a:pt x="1497" y="123"/>
                    <a:pt x="1323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3"/>
            <p:cNvSpPr/>
            <p:nvPr/>
          </p:nvSpPr>
          <p:spPr>
            <a:xfrm>
              <a:off x="2050638" y="3074725"/>
              <a:ext cx="39750" cy="26450"/>
            </a:xfrm>
            <a:custGeom>
              <a:rect b="b" l="l" r="r" t="t"/>
              <a:pathLst>
                <a:path extrusionOk="0" h="1058" w="1590">
                  <a:moveTo>
                    <a:pt x="1229" y="0"/>
                  </a:moveTo>
                  <a:cubicBezTo>
                    <a:pt x="1190" y="0"/>
                    <a:pt x="1152" y="10"/>
                    <a:pt x="1118" y="33"/>
                  </a:cubicBezTo>
                  <a:lnTo>
                    <a:pt x="216" y="504"/>
                  </a:lnTo>
                  <a:cubicBezTo>
                    <a:pt x="93" y="586"/>
                    <a:pt x="1" y="761"/>
                    <a:pt x="93" y="884"/>
                  </a:cubicBezTo>
                  <a:cubicBezTo>
                    <a:pt x="134" y="1017"/>
                    <a:pt x="257" y="1058"/>
                    <a:pt x="349" y="1058"/>
                  </a:cubicBezTo>
                  <a:cubicBezTo>
                    <a:pt x="390" y="1058"/>
                    <a:pt x="431" y="1058"/>
                    <a:pt x="513" y="1017"/>
                  </a:cubicBezTo>
                  <a:lnTo>
                    <a:pt x="1375" y="545"/>
                  </a:lnTo>
                  <a:cubicBezTo>
                    <a:pt x="1498" y="504"/>
                    <a:pt x="1590" y="289"/>
                    <a:pt x="1498" y="166"/>
                  </a:cubicBezTo>
                  <a:cubicBezTo>
                    <a:pt x="1438" y="70"/>
                    <a:pt x="1331" y="0"/>
                    <a:pt x="122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3"/>
            <p:cNvSpPr/>
            <p:nvPr/>
          </p:nvSpPr>
          <p:spPr>
            <a:xfrm>
              <a:off x="2050638" y="3163175"/>
              <a:ext cx="39750" cy="25650"/>
            </a:xfrm>
            <a:custGeom>
              <a:rect b="b" l="l" r="r" t="t"/>
              <a:pathLst>
                <a:path extrusionOk="0" h="1026" w="1590">
                  <a:moveTo>
                    <a:pt x="338" y="1"/>
                  </a:moveTo>
                  <a:cubicBezTo>
                    <a:pt x="243" y="1"/>
                    <a:pt x="148" y="55"/>
                    <a:pt x="93" y="165"/>
                  </a:cubicBezTo>
                  <a:cubicBezTo>
                    <a:pt x="1" y="298"/>
                    <a:pt x="93" y="472"/>
                    <a:pt x="216" y="554"/>
                  </a:cubicBezTo>
                  <a:lnTo>
                    <a:pt x="1118" y="985"/>
                  </a:lnTo>
                  <a:cubicBezTo>
                    <a:pt x="1159" y="1026"/>
                    <a:pt x="1200" y="1026"/>
                    <a:pt x="1241" y="1026"/>
                  </a:cubicBezTo>
                  <a:cubicBezTo>
                    <a:pt x="1334" y="1026"/>
                    <a:pt x="1457" y="985"/>
                    <a:pt x="1498" y="852"/>
                  </a:cubicBezTo>
                  <a:cubicBezTo>
                    <a:pt x="1590" y="729"/>
                    <a:pt x="1498" y="554"/>
                    <a:pt x="1375" y="472"/>
                  </a:cubicBezTo>
                  <a:lnTo>
                    <a:pt x="472" y="42"/>
                  </a:lnTo>
                  <a:cubicBezTo>
                    <a:pt x="431" y="14"/>
                    <a:pt x="385" y="1"/>
                    <a:pt x="33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1843563" y="3124750"/>
              <a:ext cx="37450" cy="14875"/>
            </a:xfrm>
            <a:custGeom>
              <a:rect b="b" l="l" r="r" t="t"/>
              <a:pathLst>
                <a:path extrusionOk="0" h="595" w="1498">
                  <a:moveTo>
                    <a:pt x="339" y="0"/>
                  </a:moveTo>
                  <a:cubicBezTo>
                    <a:pt x="134" y="0"/>
                    <a:pt x="1" y="164"/>
                    <a:pt x="42" y="338"/>
                  </a:cubicBezTo>
                  <a:cubicBezTo>
                    <a:pt x="42" y="472"/>
                    <a:pt x="175" y="595"/>
                    <a:pt x="339" y="595"/>
                  </a:cubicBezTo>
                  <a:lnTo>
                    <a:pt x="1200" y="595"/>
                  </a:lnTo>
                  <a:cubicBezTo>
                    <a:pt x="1364" y="595"/>
                    <a:pt x="1497" y="420"/>
                    <a:pt x="1497" y="256"/>
                  </a:cubicBezTo>
                  <a:cubicBezTo>
                    <a:pt x="1497" y="123"/>
                    <a:pt x="1364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1854338" y="3074725"/>
              <a:ext cx="38450" cy="26450"/>
            </a:xfrm>
            <a:custGeom>
              <a:rect b="b" l="l" r="r" t="t"/>
              <a:pathLst>
                <a:path extrusionOk="0" h="1058" w="1538">
                  <a:moveTo>
                    <a:pt x="355" y="0"/>
                  </a:moveTo>
                  <a:cubicBezTo>
                    <a:pt x="249" y="0"/>
                    <a:pt x="142" y="70"/>
                    <a:pt x="82" y="166"/>
                  </a:cubicBezTo>
                  <a:cubicBezTo>
                    <a:pt x="0" y="289"/>
                    <a:pt x="41" y="504"/>
                    <a:pt x="215" y="545"/>
                  </a:cubicBezTo>
                  <a:lnTo>
                    <a:pt x="1066" y="1017"/>
                  </a:lnTo>
                  <a:cubicBezTo>
                    <a:pt x="1107" y="1058"/>
                    <a:pt x="1148" y="1058"/>
                    <a:pt x="1189" y="1058"/>
                  </a:cubicBezTo>
                  <a:cubicBezTo>
                    <a:pt x="1323" y="1058"/>
                    <a:pt x="1405" y="1017"/>
                    <a:pt x="1497" y="884"/>
                  </a:cubicBezTo>
                  <a:cubicBezTo>
                    <a:pt x="1538" y="761"/>
                    <a:pt x="1497" y="586"/>
                    <a:pt x="1364" y="504"/>
                  </a:cubicBezTo>
                  <a:lnTo>
                    <a:pt x="472" y="33"/>
                  </a:lnTo>
                  <a:cubicBezTo>
                    <a:pt x="435" y="10"/>
                    <a:pt x="395" y="0"/>
                    <a:pt x="35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1854338" y="3163175"/>
              <a:ext cx="38450" cy="25650"/>
            </a:xfrm>
            <a:custGeom>
              <a:rect b="b" l="l" r="r" t="t"/>
              <a:pathLst>
                <a:path extrusionOk="0" h="1026" w="1538">
                  <a:moveTo>
                    <a:pt x="1235" y="1"/>
                  </a:moveTo>
                  <a:cubicBezTo>
                    <a:pt x="1181" y="1"/>
                    <a:pt x="1124" y="14"/>
                    <a:pt x="1066" y="42"/>
                  </a:cubicBezTo>
                  <a:lnTo>
                    <a:pt x="215" y="472"/>
                  </a:lnTo>
                  <a:cubicBezTo>
                    <a:pt x="41" y="554"/>
                    <a:pt x="0" y="729"/>
                    <a:pt x="82" y="852"/>
                  </a:cubicBezTo>
                  <a:cubicBezTo>
                    <a:pt x="123" y="985"/>
                    <a:pt x="215" y="1026"/>
                    <a:pt x="338" y="1026"/>
                  </a:cubicBezTo>
                  <a:cubicBezTo>
                    <a:pt x="379" y="1026"/>
                    <a:pt x="421" y="1026"/>
                    <a:pt x="472" y="985"/>
                  </a:cubicBezTo>
                  <a:lnTo>
                    <a:pt x="1364" y="554"/>
                  </a:lnTo>
                  <a:cubicBezTo>
                    <a:pt x="1497" y="472"/>
                    <a:pt x="1538" y="298"/>
                    <a:pt x="1497" y="165"/>
                  </a:cubicBezTo>
                  <a:cubicBezTo>
                    <a:pt x="1435" y="55"/>
                    <a:pt x="1342" y="1"/>
                    <a:pt x="123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1916088" y="3074500"/>
              <a:ext cx="113300" cy="174100"/>
            </a:xfrm>
            <a:custGeom>
              <a:rect b="b" l="l" r="r" t="t"/>
              <a:pathLst>
                <a:path extrusionOk="0" h="6964" w="4532">
                  <a:moveTo>
                    <a:pt x="2225" y="595"/>
                  </a:moveTo>
                  <a:cubicBezTo>
                    <a:pt x="3169" y="595"/>
                    <a:pt x="3937" y="1364"/>
                    <a:pt x="3937" y="2307"/>
                  </a:cubicBezTo>
                  <a:cubicBezTo>
                    <a:pt x="3937" y="2687"/>
                    <a:pt x="3804" y="3035"/>
                    <a:pt x="3548" y="3333"/>
                  </a:cubicBezTo>
                  <a:cubicBezTo>
                    <a:pt x="3210" y="3763"/>
                    <a:pt x="2994" y="4276"/>
                    <a:pt x="2871" y="4870"/>
                  </a:cubicBezTo>
                  <a:lnTo>
                    <a:pt x="1631" y="4870"/>
                  </a:lnTo>
                  <a:cubicBezTo>
                    <a:pt x="1498" y="4317"/>
                    <a:pt x="1282" y="3804"/>
                    <a:pt x="903" y="3333"/>
                  </a:cubicBezTo>
                  <a:cubicBezTo>
                    <a:pt x="688" y="3035"/>
                    <a:pt x="565" y="2687"/>
                    <a:pt x="565" y="2307"/>
                  </a:cubicBezTo>
                  <a:cubicBezTo>
                    <a:pt x="565" y="1364"/>
                    <a:pt x="1333" y="595"/>
                    <a:pt x="2225" y="595"/>
                  </a:cubicBezTo>
                  <a:close/>
                  <a:moveTo>
                    <a:pt x="2820" y="5424"/>
                  </a:moveTo>
                  <a:lnTo>
                    <a:pt x="2820" y="5813"/>
                  </a:lnTo>
                  <a:cubicBezTo>
                    <a:pt x="2820" y="6111"/>
                    <a:pt x="2564" y="6367"/>
                    <a:pt x="2266" y="6367"/>
                  </a:cubicBezTo>
                  <a:cubicBezTo>
                    <a:pt x="1928" y="6367"/>
                    <a:pt x="1672" y="6111"/>
                    <a:pt x="1672" y="5813"/>
                  </a:cubicBezTo>
                  <a:lnTo>
                    <a:pt x="1672" y="5424"/>
                  </a:lnTo>
                  <a:close/>
                  <a:moveTo>
                    <a:pt x="2225" y="1"/>
                  </a:moveTo>
                  <a:cubicBezTo>
                    <a:pt x="1631" y="1"/>
                    <a:pt x="1077" y="257"/>
                    <a:pt x="647" y="688"/>
                  </a:cubicBezTo>
                  <a:cubicBezTo>
                    <a:pt x="216" y="1108"/>
                    <a:pt x="1" y="1713"/>
                    <a:pt x="1" y="2307"/>
                  </a:cubicBezTo>
                  <a:cubicBezTo>
                    <a:pt x="1" y="2820"/>
                    <a:pt x="134" y="3292"/>
                    <a:pt x="472" y="3671"/>
                  </a:cubicBezTo>
                  <a:cubicBezTo>
                    <a:pt x="770" y="4101"/>
                    <a:pt x="985" y="4614"/>
                    <a:pt x="1077" y="5086"/>
                  </a:cubicBezTo>
                  <a:lnTo>
                    <a:pt x="1077" y="5168"/>
                  </a:lnTo>
                  <a:lnTo>
                    <a:pt x="1077" y="5762"/>
                  </a:lnTo>
                  <a:cubicBezTo>
                    <a:pt x="1077" y="6425"/>
                    <a:pt x="1593" y="6964"/>
                    <a:pt x="2237" y="6964"/>
                  </a:cubicBezTo>
                  <a:cubicBezTo>
                    <a:pt x="2260" y="6964"/>
                    <a:pt x="2284" y="6963"/>
                    <a:pt x="2307" y="6962"/>
                  </a:cubicBezTo>
                  <a:cubicBezTo>
                    <a:pt x="2953" y="6921"/>
                    <a:pt x="3425" y="6408"/>
                    <a:pt x="3425" y="5813"/>
                  </a:cubicBezTo>
                  <a:lnTo>
                    <a:pt x="3425" y="5168"/>
                  </a:lnTo>
                  <a:lnTo>
                    <a:pt x="3425" y="5127"/>
                  </a:lnTo>
                  <a:cubicBezTo>
                    <a:pt x="3507" y="4614"/>
                    <a:pt x="3722" y="4101"/>
                    <a:pt x="4019" y="3712"/>
                  </a:cubicBezTo>
                  <a:cubicBezTo>
                    <a:pt x="4358" y="3292"/>
                    <a:pt x="4532" y="2820"/>
                    <a:pt x="4532" y="2307"/>
                  </a:cubicBezTo>
                  <a:cubicBezTo>
                    <a:pt x="4532" y="1713"/>
                    <a:pt x="4276" y="1108"/>
                    <a:pt x="3845" y="688"/>
                  </a:cubicBezTo>
                  <a:cubicBezTo>
                    <a:pt x="3425" y="257"/>
                    <a:pt x="2871" y="1"/>
                    <a:pt x="2266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7" name="Google Shape;337;p33"/>
          <p:cNvGrpSpPr/>
          <p:nvPr/>
        </p:nvGrpSpPr>
        <p:grpSpPr>
          <a:xfrm>
            <a:off x="1129588" y="2479569"/>
            <a:ext cx="293750" cy="345000"/>
            <a:chOff x="5596113" y="2520150"/>
            <a:chExt cx="293750" cy="345000"/>
          </a:xfrm>
        </p:grpSpPr>
        <p:sp>
          <p:nvSpPr>
            <p:cNvPr id="338" name="Google Shape;338;p33"/>
            <p:cNvSpPr/>
            <p:nvPr/>
          </p:nvSpPr>
          <p:spPr>
            <a:xfrm>
              <a:off x="5768088" y="2747750"/>
              <a:ext cx="70500" cy="70500"/>
            </a:xfrm>
            <a:custGeom>
              <a:rect b="b" l="l" r="r" t="t"/>
              <a:pathLst>
                <a:path extrusionOk="0" h="2820" w="2820">
                  <a:moveTo>
                    <a:pt x="2389" y="0"/>
                  </a:moveTo>
                  <a:lnTo>
                    <a:pt x="1" y="2389"/>
                  </a:lnTo>
                  <a:lnTo>
                    <a:pt x="421" y="2819"/>
                  </a:lnTo>
                  <a:lnTo>
                    <a:pt x="2820" y="431"/>
                  </a:lnTo>
                  <a:lnTo>
                    <a:pt x="2389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3"/>
            <p:cNvSpPr/>
            <p:nvPr/>
          </p:nvSpPr>
          <p:spPr>
            <a:xfrm>
              <a:off x="5596113" y="2565000"/>
              <a:ext cx="244525" cy="300150"/>
            </a:xfrm>
            <a:custGeom>
              <a:rect b="b" l="l" r="r" t="t"/>
              <a:pathLst>
                <a:path extrusionOk="0" h="12006" w="9781">
                  <a:moveTo>
                    <a:pt x="9186" y="10211"/>
                  </a:moveTo>
                  <a:lnTo>
                    <a:pt x="9186" y="10816"/>
                  </a:lnTo>
                  <a:lnTo>
                    <a:pt x="9186" y="11411"/>
                  </a:lnTo>
                  <a:lnTo>
                    <a:pt x="1241" y="11411"/>
                  </a:lnTo>
                  <a:cubicBezTo>
                    <a:pt x="893" y="11411"/>
                    <a:pt x="637" y="11154"/>
                    <a:pt x="637" y="10857"/>
                  </a:cubicBezTo>
                  <a:cubicBezTo>
                    <a:pt x="596" y="10509"/>
                    <a:pt x="893" y="10211"/>
                    <a:pt x="1190" y="10211"/>
                  </a:cubicBezTo>
                  <a:close/>
                  <a:moveTo>
                    <a:pt x="1149" y="1"/>
                  </a:moveTo>
                  <a:cubicBezTo>
                    <a:pt x="514" y="1"/>
                    <a:pt x="1" y="514"/>
                    <a:pt x="1" y="1200"/>
                  </a:cubicBezTo>
                  <a:lnTo>
                    <a:pt x="1" y="10816"/>
                  </a:lnTo>
                  <a:cubicBezTo>
                    <a:pt x="1" y="11452"/>
                    <a:pt x="555" y="12005"/>
                    <a:pt x="1190" y="12005"/>
                  </a:cubicBezTo>
                  <a:lnTo>
                    <a:pt x="9484" y="12005"/>
                  </a:lnTo>
                  <a:cubicBezTo>
                    <a:pt x="9648" y="12005"/>
                    <a:pt x="9781" y="11882"/>
                    <a:pt x="9781" y="11708"/>
                  </a:cubicBezTo>
                  <a:lnTo>
                    <a:pt x="9781" y="10816"/>
                  </a:lnTo>
                  <a:lnTo>
                    <a:pt x="9781" y="9914"/>
                  </a:lnTo>
                  <a:lnTo>
                    <a:pt x="9781" y="3804"/>
                  </a:lnTo>
                  <a:lnTo>
                    <a:pt x="9186" y="3804"/>
                  </a:lnTo>
                  <a:lnTo>
                    <a:pt x="9186" y="9658"/>
                  </a:lnTo>
                  <a:lnTo>
                    <a:pt x="1190" y="9658"/>
                  </a:lnTo>
                  <a:cubicBezTo>
                    <a:pt x="985" y="9658"/>
                    <a:pt x="770" y="9699"/>
                    <a:pt x="596" y="9791"/>
                  </a:cubicBezTo>
                  <a:lnTo>
                    <a:pt x="596" y="1200"/>
                  </a:lnTo>
                  <a:cubicBezTo>
                    <a:pt x="596" y="862"/>
                    <a:pt x="852" y="606"/>
                    <a:pt x="1149" y="606"/>
                  </a:cubicBezTo>
                  <a:lnTo>
                    <a:pt x="6275" y="606"/>
                  </a:lnTo>
                  <a:lnTo>
                    <a:pt x="6275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3"/>
            <p:cNvSpPr/>
            <p:nvPr/>
          </p:nvSpPr>
          <p:spPr>
            <a:xfrm>
              <a:off x="5661213" y="2619600"/>
              <a:ext cx="100500" cy="14900"/>
            </a:xfrm>
            <a:custGeom>
              <a:rect b="b" l="l" r="r" t="t"/>
              <a:pathLst>
                <a:path extrusionOk="0" h="596" w="4020">
                  <a:moveTo>
                    <a:pt x="339" y="0"/>
                  </a:moveTo>
                  <a:cubicBezTo>
                    <a:pt x="175" y="0"/>
                    <a:pt x="1" y="175"/>
                    <a:pt x="42" y="339"/>
                  </a:cubicBezTo>
                  <a:cubicBezTo>
                    <a:pt x="42" y="513"/>
                    <a:pt x="216" y="595"/>
                    <a:pt x="339" y="595"/>
                  </a:cubicBezTo>
                  <a:lnTo>
                    <a:pt x="3712" y="595"/>
                  </a:lnTo>
                  <a:cubicBezTo>
                    <a:pt x="3886" y="595"/>
                    <a:pt x="4019" y="431"/>
                    <a:pt x="3968" y="257"/>
                  </a:cubicBezTo>
                  <a:cubicBezTo>
                    <a:pt x="3968" y="124"/>
                    <a:pt x="3845" y="0"/>
                    <a:pt x="367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3"/>
            <p:cNvSpPr/>
            <p:nvPr/>
          </p:nvSpPr>
          <p:spPr>
            <a:xfrm>
              <a:off x="5688888" y="2663425"/>
              <a:ext cx="60000" cy="14900"/>
            </a:xfrm>
            <a:custGeom>
              <a:rect b="b" l="l" r="r" t="t"/>
              <a:pathLst>
                <a:path extrusionOk="0" h="596" w="2400">
                  <a:moveTo>
                    <a:pt x="298" y="0"/>
                  </a:moveTo>
                  <a:cubicBezTo>
                    <a:pt x="134" y="0"/>
                    <a:pt x="1" y="165"/>
                    <a:pt x="42" y="339"/>
                  </a:cubicBezTo>
                  <a:cubicBezTo>
                    <a:pt x="42" y="472"/>
                    <a:pt x="175" y="595"/>
                    <a:pt x="350" y="595"/>
                  </a:cubicBezTo>
                  <a:lnTo>
                    <a:pt x="2051" y="595"/>
                  </a:lnTo>
                  <a:cubicBezTo>
                    <a:pt x="2267" y="595"/>
                    <a:pt x="2400" y="421"/>
                    <a:pt x="2349" y="257"/>
                  </a:cubicBezTo>
                  <a:cubicBezTo>
                    <a:pt x="2349" y="82"/>
                    <a:pt x="2226" y="0"/>
                    <a:pt x="205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3"/>
            <p:cNvSpPr/>
            <p:nvPr/>
          </p:nvSpPr>
          <p:spPr>
            <a:xfrm>
              <a:off x="5732713" y="2520150"/>
              <a:ext cx="157150" cy="158175"/>
            </a:xfrm>
            <a:custGeom>
              <a:rect b="b" l="l" r="r" t="t"/>
              <a:pathLst>
                <a:path extrusionOk="0" h="6327" w="6286">
                  <a:moveTo>
                    <a:pt x="3158" y="606"/>
                  </a:moveTo>
                  <a:cubicBezTo>
                    <a:pt x="3507" y="606"/>
                    <a:pt x="3722" y="821"/>
                    <a:pt x="3845" y="1026"/>
                  </a:cubicBezTo>
                  <a:cubicBezTo>
                    <a:pt x="3907" y="1127"/>
                    <a:pt x="3998" y="1175"/>
                    <a:pt x="4092" y="1175"/>
                  </a:cubicBezTo>
                  <a:cubicBezTo>
                    <a:pt x="4122" y="1175"/>
                    <a:pt x="4153" y="1169"/>
                    <a:pt x="4184" y="1159"/>
                  </a:cubicBezTo>
                  <a:cubicBezTo>
                    <a:pt x="4252" y="1150"/>
                    <a:pt x="4318" y="1145"/>
                    <a:pt x="4381" y="1145"/>
                  </a:cubicBezTo>
                  <a:cubicBezTo>
                    <a:pt x="4603" y="1145"/>
                    <a:pt x="4793" y="1207"/>
                    <a:pt x="4952" y="1375"/>
                  </a:cubicBezTo>
                  <a:cubicBezTo>
                    <a:pt x="5168" y="1590"/>
                    <a:pt x="5260" y="1887"/>
                    <a:pt x="5168" y="2143"/>
                  </a:cubicBezTo>
                  <a:cubicBezTo>
                    <a:pt x="5127" y="2266"/>
                    <a:pt x="5168" y="2441"/>
                    <a:pt x="5301" y="2482"/>
                  </a:cubicBezTo>
                  <a:cubicBezTo>
                    <a:pt x="5557" y="2656"/>
                    <a:pt x="5721" y="2912"/>
                    <a:pt x="5721" y="3169"/>
                  </a:cubicBezTo>
                  <a:cubicBezTo>
                    <a:pt x="5721" y="3466"/>
                    <a:pt x="5557" y="3722"/>
                    <a:pt x="5301" y="3896"/>
                  </a:cubicBezTo>
                  <a:cubicBezTo>
                    <a:pt x="5168" y="3937"/>
                    <a:pt x="5127" y="4060"/>
                    <a:pt x="5168" y="4194"/>
                  </a:cubicBezTo>
                  <a:cubicBezTo>
                    <a:pt x="5260" y="4491"/>
                    <a:pt x="5168" y="4788"/>
                    <a:pt x="4952" y="5004"/>
                  </a:cubicBezTo>
                  <a:cubicBezTo>
                    <a:pt x="4802" y="5132"/>
                    <a:pt x="4596" y="5210"/>
                    <a:pt x="4396" y="5210"/>
                  </a:cubicBezTo>
                  <a:cubicBezTo>
                    <a:pt x="4323" y="5210"/>
                    <a:pt x="4252" y="5200"/>
                    <a:pt x="4184" y="5178"/>
                  </a:cubicBezTo>
                  <a:cubicBezTo>
                    <a:pt x="4061" y="5178"/>
                    <a:pt x="3927" y="5219"/>
                    <a:pt x="3845" y="5342"/>
                  </a:cubicBezTo>
                  <a:cubicBezTo>
                    <a:pt x="3722" y="5598"/>
                    <a:pt x="3466" y="5731"/>
                    <a:pt x="3158" y="5731"/>
                  </a:cubicBezTo>
                  <a:cubicBezTo>
                    <a:pt x="2861" y="5731"/>
                    <a:pt x="2605" y="5598"/>
                    <a:pt x="2482" y="5342"/>
                  </a:cubicBezTo>
                  <a:cubicBezTo>
                    <a:pt x="2390" y="5219"/>
                    <a:pt x="2308" y="5178"/>
                    <a:pt x="2226" y="5178"/>
                  </a:cubicBezTo>
                  <a:lnTo>
                    <a:pt x="2133" y="5178"/>
                  </a:lnTo>
                  <a:cubicBezTo>
                    <a:pt x="2054" y="5200"/>
                    <a:pt x="1978" y="5210"/>
                    <a:pt x="1905" y="5210"/>
                  </a:cubicBezTo>
                  <a:cubicBezTo>
                    <a:pt x="1703" y="5210"/>
                    <a:pt x="1523" y="5132"/>
                    <a:pt x="1364" y="5004"/>
                  </a:cubicBezTo>
                  <a:cubicBezTo>
                    <a:pt x="1159" y="4788"/>
                    <a:pt x="1067" y="4491"/>
                    <a:pt x="1159" y="4194"/>
                  </a:cubicBezTo>
                  <a:cubicBezTo>
                    <a:pt x="1200" y="4060"/>
                    <a:pt x="1108" y="3937"/>
                    <a:pt x="1026" y="3896"/>
                  </a:cubicBezTo>
                  <a:cubicBezTo>
                    <a:pt x="770" y="3722"/>
                    <a:pt x="596" y="3466"/>
                    <a:pt x="596" y="3169"/>
                  </a:cubicBezTo>
                  <a:cubicBezTo>
                    <a:pt x="596" y="2912"/>
                    <a:pt x="770" y="2656"/>
                    <a:pt x="1026" y="2482"/>
                  </a:cubicBezTo>
                  <a:cubicBezTo>
                    <a:pt x="1108" y="2441"/>
                    <a:pt x="1200" y="2266"/>
                    <a:pt x="1159" y="2143"/>
                  </a:cubicBezTo>
                  <a:cubicBezTo>
                    <a:pt x="1067" y="1887"/>
                    <a:pt x="1159" y="1590"/>
                    <a:pt x="1364" y="1375"/>
                  </a:cubicBezTo>
                  <a:cubicBezTo>
                    <a:pt x="1532" y="1207"/>
                    <a:pt x="1724" y="1145"/>
                    <a:pt x="1941" y="1145"/>
                  </a:cubicBezTo>
                  <a:cubicBezTo>
                    <a:pt x="2003" y="1145"/>
                    <a:pt x="2067" y="1150"/>
                    <a:pt x="2133" y="1159"/>
                  </a:cubicBezTo>
                  <a:cubicBezTo>
                    <a:pt x="2166" y="1169"/>
                    <a:pt x="2198" y="1175"/>
                    <a:pt x="2230" y="1175"/>
                  </a:cubicBezTo>
                  <a:cubicBezTo>
                    <a:pt x="2325" y="1175"/>
                    <a:pt x="2412" y="1127"/>
                    <a:pt x="2482" y="1026"/>
                  </a:cubicBezTo>
                  <a:cubicBezTo>
                    <a:pt x="2605" y="770"/>
                    <a:pt x="2902" y="606"/>
                    <a:pt x="3158" y="606"/>
                  </a:cubicBezTo>
                  <a:close/>
                  <a:moveTo>
                    <a:pt x="3210" y="1"/>
                  </a:moveTo>
                  <a:cubicBezTo>
                    <a:pt x="2779" y="1"/>
                    <a:pt x="2349" y="216"/>
                    <a:pt x="2051" y="565"/>
                  </a:cubicBezTo>
                  <a:cubicBezTo>
                    <a:pt x="1998" y="558"/>
                    <a:pt x="1944" y="554"/>
                    <a:pt x="1889" y="554"/>
                  </a:cubicBezTo>
                  <a:cubicBezTo>
                    <a:pt x="1554" y="554"/>
                    <a:pt x="1200" y="688"/>
                    <a:pt x="944" y="944"/>
                  </a:cubicBezTo>
                  <a:cubicBezTo>
                    <a:pt x="647" y="1282"/>
                    <a:pt x="473" y="1672"/>
                    <a:pt x="555" y="2102"/>
                  </a:cubicBezTo>
                  <a:cubicBezTo>
                    <a:pt x="216" y="2359"/>
                    <a:pt x="1" y="2738"/>
                    <a:pt x="1" y="3169"/>
                  </a:cubicBezTo>
                  <a:cubicBezTo>
                    <a:pt x="1" y="3589"/>
                    <a:pt x="216" y="4019"/>
                    <a:pt x="555" y="4276"/>
                  </a:cubicBezTo>
                  <a:cubicBezTo>
                    <a:pt x="473" y="4706"/>
                    <a:pt x="647" y="5086"/>
                    <a:pt x="944" y="5383"/>
                  </a:cubicBezTo>
                  <a:cubicBezTo>
                    <a:pt x="1211" y="5659"/>
                    <a:pt x="1586" y="5820"/>
                    <a:pt x="1964" y="5820"/>
                  </a:cubicBezTo>
                  <a:cubicBezTo>
                    <a:pt x="2007" y="5820"/>
                    <a:pt x="2050" y="5818"/>
                    <a:pt x="2092" y="5813"/>
                  </a:cubicBezTo>
                  <a:cubicBezTo>
                    <a:pt x="2349" y="6111"/>
                    <a:pt x="2738" y="6326"/>
                    <a:pt x="3158" y="6326"/>
                  </a:cubicBezTo>
                  <a:cubicBezTo>
                    <a:pt x="3589" y="6326"/>
                    <a:pt x="3979" y="6111"/>
                    <a:pt x="4235" y="5813"/>
                  </a:cubicBezTo>
                  <a:cubicBezTo>
                    <a:pt x="4278" y="5818"/>
                    <a:pt x="4320" y="5820"/>
                    <a:pt x="4363" y="5820"/>
                  </a:cubicBezTo>
                  <a:cubicBezTo>
                    <a:pt x="4741" y="5820"/>
                    <a:pt x="5116" y="5659"/>
                    <a:pt x="5383" y="5383"/>
                  </a:cubicBezTo>
                  <a:cubicBezTo>
                    <a:pt x="5680" y="5086"/>
                    <a:pt x="5814" y="4706"/>
                    <a:pt x="5773" y="4276"/>
                  </a:cubicBezTo>
                  <a:cubicBezTo>
                    <a:pt x="6111" y="4019"/>
                    <a:pt x="6285" y="3589"/>
                    <a:pt x="6285" y="3169"/>
                  </a:cubicBezTo>
                  <a:cubicBezTo>
                    <a:pt x="6285" y="2738"/>
                    <a:pt x="6111" y="2359"/>
                    <a:pt x="5773" y="2102"/>
                  </a:cubicBezTo>
                  <a:cubicBezTo>
                    <a:pt x="5814" y="1672"/>
                    <a:pt x="5680" y="1282"/>
                    <a:pt x="5383" y="944"/>
                  </a:cubicBezTo>
                  <a:cubicBezTo>
                    <a:pt x="5127" y="688"/>
                    <a:pt x="4773" y="554"/>
                    <a:pt x="4412" y="554"/>
                  </a:cubicBezTo>
                  <a:cubicBezTo>
                    <a:pt x="4353" y="554"/>
                    <a:pt x="4294" y="558"/>
                    <a:pt x="4235" y="565"/>
                  </a:cubicBezTo>
                  <a:cubicBezTo>
                    <a:pt x="3979" y="216"/>
                    <a:pt x="3589" y="1"/>
                    <a:pt x="321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3"/>
            <p:cNvSpPr/>
            <p:nvPr/>
          </p:nvSpPr>
          <p:spPr>
            <a:xfrm>
              <a:off x="5787313" y="2575525"/>
              <a:ext cx="48975" cy="48450"/>
            </a:xfrm>
            <a:custGeom>
              <a:rect b="b" l="l" r="r" t="t"/>
              <a:pathLst>
                <a:path extrusionOk="0" h="1938" w="1959">
                  <a:moveTo>
                    <a:pt x="1620" y="0"/>
                  </a:moveTo>
                  <a:cubicBezTo>
                    <a:pt x="1546" y="0"/>
                    <a:pt x="1472" y="31"/>
                    <a:pt x="1405" y="93"/>
                  </a:cubicBezTo>
                  <a:lnTo>
                    <a:pt x="124" y="1425"/>
                  </a:lnTo>
                  <a:cubicBezTo>
                    <a:pt x="1" y="1548"/>
                    <a:pt x="1" y="1722"/>
                    <a:pt x="124" y="1845"/>
                  </a:cubicBezTo>
                  <a:cubicBezTo>
                    <a:pt x="165" y="1887"/>
                    <a:pt x="257" y="1938"/>
                    <a:pt x="339" y="1938"/>
                  </a:cubicBezTo>
                  <a:cubicBezTo>
                    <a:pt x="380" y="1938"/>
                    <a:pt x="462" y="1887"/>
                    <a:pt x="513" y="1845"/>
                  </a:cubicBezTo>
                  <a:lnTo>
                    <a:pt x="1836" y="523"/>
                  </a:lnTo>
                  <a:cubicBezTo>
                    <a:pt x="1959" y="400"/>
                    <a:pt x="1959" y="226"/>
                    <a:pt x="1836" y="93"/>
                  </a:cubicBezTo>
                  <a:cubicBezTo>
                    <a:pt x="1769" y="31"/>
                    <a:pt x="1695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3"/>
            <p:cNvSpPr/>
            <p:nvPr/>
          </p:nvSpPr>
          <p:spPr>
            <a:xfrm>
              <a:off x="5780913" y="2570400"/>
              <a:ext cx="17950" cy="15150"/>
            </a:xfrm>
            <a:custGeom>
              <a:rect b="b" l="l" r="r" t="t"/>
              <a:pathLst>
                <a:path extrusionOk="0" h="606" w="718">
                  <a:moveTo>
                    <a:pt x="339" y="0"/>
                  </a:moveTo>
                  <a:cubicBezTo>
                    <a:pt x="257" y="0"/>
                    <a:pt x="164" y="41"/>
                    <a:pt x="123" y="133"/>
                  </a:cubicBezTo>
                  <a:cubicBezTo>
                    <a:pt x="0" y="390"/>
                    <a:pt x="123" y="605"/>
                    <a:pt x="339" y="605"/>
                  </a:cubicBezTo>
                  <a:cubicBezTo>
                    <a:pt x="554" y="605"/>
                    <a:pt x="718" y="390"/>
                    <a:pt x="636" y="174"/>
                  </a:cubicBezTo>
                  <a:cubicBezTo>
                    <a:pt x="595" y="92"/>
                    <a:pt x="462" y="0"/>
                    <a:pt x="38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3"/>
            <p:cNvSpPr/>
            <p:nvPr/>
          </p:nvSpPr>
          <p:spPr>
            <a:xfrm>
              <a:off x="5824488" y="2614225"/>
              <a:ext cx="18200" cy="14875"/>
            </a:xfrm>
            <a:custGeom>
              <a:rect b="b" l="l" r="r" t="t"/>
              <a:pathLst>
                <a:path extrusionOk="0" h="595" w="728">
                  <a:moveTo>
                    <a:pt x="349" y="0"/>
                  </a:moveTo>
                  <a:cubicBezTo>
                    <a:pt x="256" y="0"/>
                    <a:pt x="174" y="41"/>
                    <a:pt x="92" y="133"/>
                  </a:cubicBezTo>
                  <a:cubicBezTo>
                    <a:pt x="0" y="390"/>
                    <a:pt x="133" y="595"/>
                    <a:pt x="349" y="595"/>
                  </a:cubicBezTo>
                  <a:cubicBezTo>
                    <a:pt x="564" y="595"/>
                    <a:pt x="728" y="390"/>
                    <a:pt x="646" y="174"/>
                  </a:cubicBezTo>
                  <a:cubicBezTo>
                    <a:pt x="605" y="41"/>
                    <a:pt x="472" y="0"/>
                    <a:pt x="39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33"/>
          <p:cNvGrpSpPr/>
          <p:nvPr/>
        </p:nvGrpSpPr>
        <p:grpSpPr>
          <a:xfrm>
            <a:off x="1104613" y="1334613"/>
            <a:ext cx="343700" cy="343725"/>
            <a:chOff x="5493613" y="1976825"/>
            <a:chExt cx="343700" cy="343725"/>
          </a:xfrm>
        </p:grpSpPr>
        <p:sp>
          <p:nvSpPr>
            <p:cNvPr id="347" name="Google Shape;347;p33"/>
            <p:cNvSpPr/>
            <p:nvPr/>
          </p:nvSpPr>
          <p:spPr>
            <a:xfrm>
              <a:off x="5493613" y="1976825"/>
              <a:ext cx="343700" cy="255050"/>
            </a:xfrm>
            <a:custGeom>
              <a:rect b="b" l="l" r="r" t="t"/>
              <a:pathLst>
                <a:path extrusionOk="0" h="10202" w="13748">
                  <a:moveTo>
                    <a:pt x="298" y="1"/>
                  </a:moveTo>
                  <a:cubicBezTo>
                    <a:pt x="123" y="1"/>
                    <a:pt x="0" y="124"/>
                    <a:pt x="0" y="257"/>
                  </a:cubicBezTo>
                  <a:lnTo>
                    <a:pt x="0" y="8202"/>
                  </a:lnTo>
                  <a:lnTo>
                    <a:pt x="0" y="9945"/>
                  </a:lnTo>
                  <a:cubicBezTo>
                    <a:pt x="0" y="10078"/>
                    <a:pt x="123" y="10201"/>
                    <a:pt x="298" y="10201"/>
                  </a:cubicBezTo>
                  <a:lnTo>
                    <a:pt x="4265" y="10201"/>
                  </a:lnTo>
                  <a:lnTo>
                    <a:pt x="4265" y="9647"/>
                  </a:lnTo>
                  <a:lnTo>
                    <a:pt x="595" y="9647"/>
                  </a:lnTo>
                  <a:lnTo>
                    <a:pt x="595" y="8499"/>
                  </a:lnTo>
                  <a:lnTo>
                    <a:pt x="4614" y="8499"/>
                  </a:lnTo>
                  <a:lnTo>
                    <a:pt x="4614" y="7894"/>
                  </a:lnTo>
                  <a:lnTo>
                    <a:pt x="595" y="7894"/>
                  </a:lnTo>
                  <a:lnTo>
                    <a:pt x="595" y="554"/>
                  </a:lnTo>
                  <a:lnTo>
                    <a:pt x="5126" y="554"/>
                  </a:lnTo>
                  <a:cubicBezTo>
                    <a:pt x="5680" y="554"/>
                    <a:pt x="6233" y="811"/>
                    <a:pt x="6572" y="1231"/>
                  </a:cubicBezTo>
                  <a:lnTo>
                    <a:pt x="6572" y="6869"/>
                  </a:lnTo>
                  <a:lnTo>
                    <a:pt x="7176" y="6869"/>
                  </a:lnTo>
                  <a:lnTo>
                    <a:pt x="7176" y="1231"/>
                  </a:lnTo>
                  <a:cubicBezTo>
                    <a:pt x="7515" y="811"/>
                    <a:pt x="8068" y="554"/>
                    <a:pt x="8622" y="554"/>
                  </a:cubicBezTo>
                  <a:lnTo>
                    <a:pt x="13153" y="554"/>
                  </a:lnTo>
                  <a:lnTo>
                    <a:pt x="13153" y="7894"/>
                  </a:lnTo>
                  <a:lnTo>
                    <a:pt x="9134" y="7894"/>
                  </a:lnTo>
                  <a:lnTo>
                    <a:pt x="9134" y="8499"/>
                  </a:lnTo>
                  <a:lnTo>
                    <a:pt x="13153" y="8499"/>
                  </a:lnTo>
                  <a:lnTo>
                    <a:pt x="13153" y="9647"/>
                  </a:lnTo>
                  <a:lnTo>
                    <a:pt x="9442" y="9647"/>
                  </a:lnTo>
                  <a:lnTo>
                    <a:pt x="9442" y="10201"/>
                  </a:lnTo>
                  <a:lnTo>
                    <a:pt x="13450" y="10201"/>
                  </a:lnTo>
                  <a:cubicBezTo>
                    <a:pt x="13625" y="10201"/>
                    <a:pt x="13748" y="10078"/>
                    <a:pt x="13748" y="9945"/>
                  </a:cubicBezTo>
                  <a:lnTo>
                    <a:pt x="13748" y="8202"/>
                  </a:lnTo>
                  <a:lnTo>
                    <a:pt x="13748" y="257"/>
                  </a:lnTo>
                  <a:cubicBezTo>
                    <a:pt x="13748" y="124"/>
                    <a:pt x="13625" y="1"/>
                    <a:pt x="13450" y="1"/>
                  </a:cubicBezTo>
                  <a:lnTo>
                    <a:pt x="8622" y="1"/>
                  </a:lnTo>
                  <a:cubicBezTo>
                    <a:pt x="7986" y="1"/>
                    <a:pt x="7340" y="257"/>
                    <a:pt x="6879" y="677"/>
                  </a:cubicBezTo>
                  <a:cubicBezTo>
                    <a:pt x="6408" y="257"/>
                    <a:pt x="576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3"/>
            <p:cNvSpPr/>
            <p:nvPr/>
          </p:nvSpPr>
          <p:spPr>
            <a:xfrm>
              <a:off x="5701713" y="2026800"/>
              <a:ext cx="92025" cy="15150"/>
            </a:xfrm>
            <a:custGeom>
              <a:rect b="b" l="l" r="r" t="t"/>
              <a:pathLst>
                <a:path extrusionOk="0" h="606" w="3681">
                  <a:moveTo>
                    <a:pt x="29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42" y="513"/>
                    <a:pt x="175" y="606"/>
                    <a:pt x="298" y="606"/>
                  </a:cubicBezTo>
                  <a:lnTo>
                    <a:pt x="3373" y="606"/>
                  </a:lnTo>
                  <a:cubicBezTo>
                    <a:pt x="3548" y="606"/>
                    <a:pt x="3681" y="472"/>
                    <a:pt x="3681" y="257"/>
                  </a:cubicBezTo>
                  <a:cubicBezTo>
                    <a:pt x="3630" y="134"/>
                    <a:pt x="3507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3"/>
            <p:cNvSpPr/>
            <p:nvPr/>
          </p:nvSpPr>
          <p:spPr>
            <a:xfrm>
              <a:off x="5537438" y="2026800"/>
              <a:ext cx="92800" cy="15150"/>
            </a:xfrm>
            <a:custGeom>
              <a:rect b="b" l="l" r="r" t="t"/>
              <a:pathLst>
                <a:path extrusionOk="0" h="606" w="3712">
                  <a:moveTo>
                    <a:pt x="298" y="1"/>
                  </a:moveTo>
                  <a:cubicBezTo>
                    <a:pt x="123" y="1"/>
                    <a:pt x="0" y="175"/>
                    <a:pt x="41" y="349"/>
                  </a:cubicBezTo>
                  <a:cubicBezTo>
                    <a:pt x="41" y="513"/>
                    <a:pt x="164" y="606"/>
                    <a:pt x="339" y="606"/>
                  </a:cubicBezTo>
                  <a:lnTo>
                    <a:pt x="3373" y="606"/>
                  </a:lnTo>
                  <a:cubicBezTo>
                    <a:pt x="3537" y="606"/>
                    <a:pt x="3711" y="472"/>
                    <a:pt x="3670" y="257"/>
                  </a:cubicBezTo>
                  <a:cubicBezTo>
                    <a:pt x="3629" y="134"/>
                    <a:pt x="3496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3"/>
            <p:cNvSpPr/>
            <p:nvPr/>
          </p:nvSpPr>
          <p:spPr>
            <a:xfrm>
              <a:off x="5537438" y="2076025"/>
              <a:ext cx="92800" cy="14875"/>
            </a:xfrm>
            <a:custGeom>
              <a:rect b="b" l="l" r="r" t="t"/>
              <a:pathLst>
                <a:path extrusionOk="0" h="595" w="3712">
                  <a:moveTo>
                    <a:pt x="298" y="0"/>
                  </a:moveTo>
                  <a:cubicBezTo>
                    <a:pt x="123" y="0"/>
                    <a:pt x="0" y="174"/>
                    <a:pt x="41" y="338"/>
                  </a:cubicBezTo>
                  <a:cubicBezTo>
                    <a:pt x="41" y="513"/>
                    <a:pt x="164" y="595"/>
                    <a:pt x="339" y="595"/>
                  </a:cubicBezTo>
                  <a:lnTo>
                    <a:pt x="3373" y="595"/>
                  </a:lnTo>
                  <a:cubicBezTo>
                    <a:pt x="3537" y="595"/>
                    <a:pt x="3711" y="431"/>
                    <a:pt x="3670" y="256"/>
                  </a:cubicBezTo>
                  <a:cubicBezTo>
                    <a:pt x="3629" y="133"/>
                    <a:pt x="3496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3"/>
            <p:cNvSpPr/>
            <p:nvPr/>
          </p:nvSpPr>
          <p:spPr>
            <a:xfrm>
              <a:off x="5537438" y="2125225"/>
              <a:ext cx="48975" cy="14900"/>
            </a:xfrm>
            <a:custGeom>
              <a:rect b="b" l="l" r="r" t="t"/>
              <a:pathLst>
                <a:path extrusionOk="0" h="596" w="1959">
                  <a:moveTo>
                    <a:pt x="298" y="0"/>
                  </a:moveTo>
                  <a:cubicBezTo>
                    <a:pt x="123" y="0"/>
                    <a:pt x="0" y="123"/>
                    <a:pt x="41" y="339"/>
                  </a:cubicBezTo>
                  <a:cubicBezTo>
                    <a:pt x="41" y="472"/>
                    <a:pt x="164" y="595"/>
                    <a:pt x="339" y="595"/>
                  </a:cubicBezTo>
                  <a:lnTo>
                    <a:pt x="1620" y="595"/>
                  </a:lnTo>
                  <a:cubicBezTo>
                    <a:pt x="1794" y="595"/>
                    <a:pt x="1958" y="421"/>
                    <a:pt x="1917" y="216"/>
                  </a:cubicBezTo>
                  <a:cubicBezTo>
                    <a:pt x="1876" y="82"/>
                    <a:pt x="1743" y="0"/>
                    <a:pt x="162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3"/>
            <p:cNvSpPr/>
            <p:nvPr/>
          </p:nvSpPr>
          <p:spPr>
            <a:xfrm>
              <a:off x="5701713" y="2076025"/>
              <a:ext cx="92025" cy="14875"/>
            </a:xfrm>
            <a:custGeom>
              <a:rect b="b" l="l" r="r" t="t"/>
              <a:pathLst>
                <a:path extrusionOk="0" h="595" w="3681">
                  <a:moveTo>
                    <a:pt x="298" y="0"/>
                  </a:moveTo>
                  <a:cubicBezTo>
                    <a:pt x="134" y="0"/>
                    <a:pt x="1" y="174"/>
                    <a:pt x="1" y="338"/>
                  </a:cubicBezTo>
                  <a:cubicBezTo>
                    <a:pt x="42" y="513"/>
                    <a:pt x="175" y="595"/>
                    <a:pt x="298" y="595"/>
                  </a:cubicBezTo>
                  <a:lnTo>
                    <a:pt x="3373" y="595"/>
                  </a:lnTo>
                  <a:cubicBezTo>
                    <a:pt x="3548" y="595"/>
                    <a:pt x="3681" y="431"/>
                    <a:pt x="3681" y="256"/>
                  </a:cubicBezTo>
                  <a:cubicBezTo>
                    <a:pt x="3630" y="133"/>
                    <a:pt x="3507" y="0"/>
                    <a:pt x="337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3"/>
            <p:cNvSpPr/>
            <p:nvPr/>
          </p:nvSpPr>
          <p:spPr>
            <a:xfrm>
              <a:off x="5745538" y="2125225"/>
              <a:ext cx="48200" cy="14900"/>
            </a:xfrm>
            <a:custGeom>
              <a:rect b="b" l="l" r="r" t="t"/>
              <a:pathLst>
                <a:path extrusionOk="0" h="596" w="1928">
                  <a:moveTo>
                    <a:pt x="298" y="0"/>
                  </a:moveTo>
                  <a:cubicBezTo>
                    <a:pt x="134" y="0"/>
                    <a:pt x="1" y="123"/>
                    <a:pt x="1" y="339"/>
                  </a:cubicBezTo>
                  <a:cubicBezTo>
                    <a:pt x="42" y="472"/>
                    <a:pt x="175" y="595"/>
                    <a:pt x="298" y="595"/>
                  </a:cubicBezTo>
                  <a:lnTo>
                    <a:pt x="1620" y="595"/>
                  </a:lnTo>
                  <a:cubicBezTo>
                    <a:pt x="1795" y="595"/>
                    <a:pt x="1928" y="421"/>
                    <a:pt x="1928" y="216"/>
                  </a:cubicBezTo>
                  <a:cubicBezTo>
                    <a:pt x="1877" y="82"/>
                    <a:pt x="1754" y="0"/>
                    <a:pt x="1620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3"/>
            <p:cNvSpPr/>
            <p:nvPr/>
          </p:nvSpPr>
          <p:spPr>
            <a:xfrm>
              <a:off x="5592788" y="2141125"/>
              <a:ext cx="180450" cy="179425"/>
            </a:xfrm>
            <a:custGeom>
              <a:rect b="b" l="l" r="r" t="t"/>
              <a:pathLst>
                <a:path extrusionOk="0" h="7177" w="7218">
                  <a:moveTo>
                    <a:pt x="2912" y="605"/>
                  </a:moveTo>
                  <a:cubicBezTo>
                    <a:pt x="4194" y="605"/>
                    <a:pt x="5260" y="1630"/>
                    <a:pt x="5260" y="2952"/>
                  </a:cubicBezTo>
                  <a:cubicBezTo>
                    <a:pt x="5260" y="4234"/>
                    <a:pt x="4194" y="5259"/>
                    <a:pt x="2912" y="5259"/>
                  </a:cubicBezTo>
                  <a:cubicBezTo>
                    <a:pt x="1631" y="5259"/>
                    <a:pt x="606" y="4234"/>
                    <a:pt x="606" y="2952"/>
                  </a:cubicBezTo>
                  <a:cubicBezTo>
                    <a:pt x="606" y="1630"/>
                    <a:pt x="1631" y="605"/>
                    <a:pt x="2912" y="605"/>
                  </a:cubicBezTo>
                  <a:close/>
                  <a:moveTo>
                    <a:pt x="2912" y="0"/>
                  </a:moveTo>
                  <a:cubicBezTo>
                    <a:pt x="1282" y="0"/>
                    <a:pt x="1" y="1322"/>
                    <a:pt x="1" y="2952"/>
                  </a:cubicBezTo>
                  <a:cubicBezTo>
                    <a:pt x="1" y="4531"/>
                    <a:pt x="1282" y="5854"/>
                    <a:pt x="2912" y="5854"/>
                  </a:cubicBezTo>
                  <a:cubicBezTo>
                    <a:pt x="3589" y="5854"/>
                    <a:pt x="4276" y="5597"/>
                    <a:pt x="4747" y="5167"/>
                  </a:cubicBezTo>
                  <a:lnTo>
                    <a:pt x="6664" y="7094"/>
                  </a:lnTo>
                  <a:cubicBezTo>
                    <a:pt x="6705" y="7176"/>
                    <a:pt x="6797" y="7176"/>
                    <a:pt x="6879" y="7176"/>
                  </a:cubicBezTo>
                  <a:cubicBezTo>
                    <a:pt x="6961" y="7176"/>
                    <a:pt x="7013" y="7176"/>
                    <a:pt x="7095" y="7094"/>
                  </a:cubicBezTo>
                  <a:cubicBezTo>
                    <a:pt x="7218" y="7012"/>
                    <a:pt x="7218" y="6797"/>
                    <a:pt x="7095" y="6663"/>
                  </a:cubicBezTo>
                  <a:lnTo>
                    <a:pt x="5167" y="4787"/>
                  </a:lnTo>
                  <a:cubicBezTo>
                    <a:pt x="5598" y="4275"/>
                    <a:pt x="5813" y="3629"/>
                    <a:pt x="5813" y="2952"/>
                  </a:cubicBezTo>
                  <a:cubicBezTo>
                    <a:pt x="5813" y="1322"/>
                    <a:pt x="4532" y="0"/>
                    <a:pt x="291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000"/>
              <a:t>Architecture</a:t>
            </a:r>
            <a:endParaRPr/>
          </a:p>
        </p:txBody>
      </p:sp>
      <p:sp>
        <p:nvSpPr>
          <p:cNvPr id="360" name="Google Shape;360;p34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Tech stack and system design</a:t>
            </a:r>
            <a:endParaRPr/>
          </a:p>
        </p:txBody>
      </p:sp>
      <p:sp>
        <p:nvSpPr>
          <p:cNvPr id="361" name="Google Shape;361;p34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 via Groq API for fast inference</a:t>
            </a:r>
            <a:endParaRPr/>
          </a:p>
        </p:txBody>
      </p:sp>
      <p:sp>
        <p:nvSpPr>
          <p:cNvPr id="367" name="Google Shape;367;p35"/>
          <p:cNvSpPr txBox="1"/>
          <p:nvPr>
            <p:ph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2600">
                <a:solidFill>
                  <a:schemeClr val="lt1"/>
                </a:solidFill>
              </a:rPr>
              <a:t>LLaMA 3.1 8B &amp; 3.3 70B</a:t>
            </a:r>
            <a:endParaRPr sz="2600"/>
          </a:p>
        </p:txBody>
      </p:sp>
      <p:sp>
        <p:nvSpPr>
          <p:cNvPr id="368" name="Google Shape;368;p35"/>
          <p:cNvSpPr txBox="1"/>
          <p:nvPr>
            <p:ph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700">
                <a:solidFill>
                  <a:schemeClr val="lt1"/>
                </a:solidFill>
              </a:rPr>
              <a:t>5 Agents</a:t>
            </a:r>
            <a:endParaRPr/>
          </a:p>
        </p:txBody>
      </p:sp>
      <p:sp>
        <p:nvSpPr>
          <p:cNvPr id="369" name="Google Shape;369;p35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3 suspects + critique + evaluation agents</a:t>
            </a:r>
            <a:endParaRPr/>
          </a:p>
        </p:txBody>
      </p:sp>
      <p:sp>
        <p:nvSpPr>
          <p:cNvPr id="370" name="Google Shape;370;p35"/>
          <p:cNvSpPr txBox="1"/>
          <p:nvPr>
            <p:ph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700">
                <a:solidFill>
                  <a:schemeClr val="lt1"/>
                </a:solidFill>
              </a:rPr>
              <a:t>30 Turns</a:t>
            </a:r>
            <a:endParaRPr/>
          </a:p>
        </p:txBody>
      </p:sp>
      <p:sp>
        <p:nvSpPr>
          <p:cNvPr id="371" name="Google Shape;371;p35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Maximum questions before accusation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System Architecture</a:t>
            </a:r>
            <a:endParaRPr/>
          </a:p>
        </p:txBody>
      </p:sp>
      <p:sp>
        <p:nvSpPr>
          <p:cNvPr id="377" name="Google Shape;377;p36"/>
          <p:cNvSpPr txBox="1"/>
          <p:nvPr/>
        </p:nvSpPr>
        <p:spPr>
          <a:xfrm>
            <a:off x="5098326" y="1207750"/>
            <a:ext cx="33324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Streamlit web app with dark noir theme, real-time chat, and detective notepad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78" name="Google Shape;378;p36"/>
          <p:cNvSpPr txBox="1"/>
          <p:nvPr/>
        </p:nvSpPr>
        <p:spPr>
          <a:xfrm>
            <a:off x="5094378" y="2051967"/>
            <a:ext cx="33324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Agno library for multi-agent orchestration and state management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79" name="Google Shape;379;p36"/>
          <p:cNvSpPr txBox="1"/>
          <p:nvPr/>
        </p:nvSpPr>
        <p:spPr>
          <a:xfrm>
            <a:off x="5094375" y="2898883"/>
            <a:ext cx="33324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Groq API with LLaMA 3.3 70B for fast, high-quality responses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5098326" y="3738900"/>
            <a:ext cx="3332400" cy="7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Critique agent filters responses to prevent information leaks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81" name="Google Shape;381;p36"/>
          <p:cNvSpPr txBox="1"/>
          <p:nvPr/>
        </p:nvSpPr>
        <p:spPr>
          <a:xfrm>
            <a:off x="665800" y="2586275"/>
            <a:ext cx="13749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Pipeline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382" name="Google Shape;382;p36"/>
          <p:cNvSpPr txBox="1"/>
          <p:nvPr/>
        </p:nvSpPr>
        <p:spPr>
          <a:xfrm>
            <a:off x="2884875" y="1322648"/>
            <a:ext cx="2163600" cy="4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Frontend</a:t>
            </a:r>
            <a:endParaRPr b="0" i="0" sz="15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383" name="Google Shape;383;p36"/>
          <p:cNvSpPr txBox="1"/>
          <p:nvPr/>
        </p:nvSpPr>
        <p:spPr>
          <a:xfrm>
            <a:off x="2884875" y="2166363"/>
            <a:ext cx="2163600" cy="4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Agent Framework</a:t>
            </a:r>
            <a:endParaRPr b="0" i="0" sz="15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384" name="Google Shape;384;p36"/>
          <p:cNvSpPr txBox="1"/>
          <p:nvPr/>
        </p:nvSpPr>
        <p:spPr>
          <a:xfrm>
            <a:off x="2884875" y="3010078"/>
            <a:ext cx="2163600" cy="4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LLM Backend</a:t>
            </a:r>
            <a:endParaRPr b="0" i="0" sz="15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385" name="Google Shape;385;p36"/>
          <p:cNvSpPr txBox="1"/>
          <p:nvPr/>
        </p:nvSpPr>
        <p:spPr>
          <a:xfrm>
            <a:off x="2884875" y="3853793"/>
            <a:ext cx="2163600" cy="4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Safety Layer</a:t>
            </a:r>
            <a:endParaRPr b="0" i="0" sz="15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cxnSp>
        <p:nvCxnSpPr>
          <p:cNvPr id="386" name="Google Shape;386;p36"/>
          <p:cNvCxnSpPr>
            <a:stCxn id="381" idx="3"/>
            <a:endCxn id="382" idx="1"/>
          </p:cNvCxnSpPr>
          <p:nvPr/>
        </p:nvCxnSpPr>
        <p:spPr>
          <a:xfrm flipH="1" rot="10800000">
            <a:off x="2040700" y="1559675"/>
            <a:ext cx="844200" cy="12657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36"/>
          <p:cNvCxnSpPr>
            <a:stCxn id="381" idx="3"/>
            <a:endCxn id="383" idx="1"/>
          </p:cNvCxnSpPr>
          <p:nvPr/>
        </p:nvCxnSpPr>
        <p:spPr>
          <a:xfrm flipH="1" rot="10800000">
            <a:off x="2040700" y="2403575"/>
            <a:ext cx="844200" cy="4218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36"/>
          <p:cNvCxnSpPr>
            <a:stCxn id="381" idx="3"/>
            <a:endCxn id="384" idx="1"/>
          </p:cNvCxnSpPr>
          <p:nvPr/>
        </p:nvCxnSpPr>
        <p:spPr>
          <a:xfrm>
            <a:off x="2040700" y="2825375"/>
            <a:ext cx="844200" cy="4218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36"/>
          <p:cNvCxnSpPr>
            <a:stCxn id="381" idx="3"/>
            <a:endCxn id="385" idx="1"/>
          </p:cNvCxnSpPr>
          <p:nvPr/>
        </p:nvCxnSpPr>
        <p:spPr>
          <a:xfrm>
            <a:off x="2040700" y="2825375"/>
            <a:ext cx="844200" cy="12657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0" name="Google Shape;390;p36"/>
          <p:cNvGrpSpPr/>
          <p:nvPr/>
        </p:nvGrpSpPr>
        <p:grpSpPr>
          <a:xfrm>
            <a:off x="1095870" y="1996617"/>
            <a:ext cx="514759" cy="516741"/>
            <a:chOff x="1751813" y="2520150"/>
            <a:chExt cx="343700" cy="345000"/>
          </a:xfrm>
        </p:grpSpPr>
        <p:sp>
          <p:nvSpPr>
            <p:cNvPr id="391" name="Google Shape;391;p36"/>
            <p:cNvSpPr/>
            <p:nvPr/>
          </p:nvSpPr>
          <p:spPr>
            <a:xfrm>
              <a:off x="1949413" y="2527850"/>
              <a:ext cx="14900" cy="328850"/>
            </a:xfrm>
            <a:custGeom>
              <a:rect b="b" l="l" r="r" t="t"/>
              <a:pathLst>
                <a:path extrusionOk="0" h="13154" w="596">
                  <a:moveTo>
                    <a:pt x="0" y="0"/>
                  </a:moveTo>
                  <a:lnTo>
                    <a:pt x="0" y="13153"/>
                  </a:lnTo>
                  <a:lnTo>
                    <a:pt x="595" y="13153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6"/>
            <p:cNvSpPr/>
            <p:nvPr/>
          </p:nvSpPr>
          <p:spPr>
            <a:xfrm>
              <a:off x="1905588" y="2527850"/>
              <a:ext cx="14900" cy="329875"/>
            </a:xfrm>
            <a:custGeom>
              <a:rect b="b" l="l" r="r" t="t"/>
              <a:pathLst>
                <a:path extrusionOk="0" h="13195" w="596">
                  <a:moveTo>
                    <a:pt x="0" y="0"/>
                  </a:moveTo>
                  <a:lnTo>
                    <a:pt x="0" y="13194"/>
                  </a:lnTo>
                  <a:lnTo>
                    <a:pt x="595" y="13194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6"/>
            <p:cNvSpPr/>
            <p:nvPr/>
          </p:nvSpPr>
          <p:spPr>
            <a:xfrm>
              <a:off x="2044238" y="2575775"/>
              <a:ext cx="43850" cy="14900"/>
            </a:xfrm>
            <a:custGeom>
              <a:rect b="b" l="l" r="r" t="t"/>
              <a:pathLst>
                <a:path extrusionOk="0" h="596" w="1754">
                  <a:moveTo>
                    <a:pt x="1" y="0"/>
                  </a:moveTo>
                  <a:lnTo>
                    <a:pt x="1" y="595"/>
                  </a:lnTo>
                  <a:lnTo>
                    <a:pt x="1754" y="595"/>
                  </a:lnTo>
                  <a:lnTo>
                    <a:pt x="175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6"/>
            <p:cNvSpPr/>
            <p:nvPr/>
          </p:nvSpPr>
          <p:spPr>
            <a:xfrm>
              <a:off x="1751813" y="2520150"/>
              <a:ext cx="256325" cy="345000"/>
            </a:xfrm>
            <a:custGeom>
              <a:rect b="b" l="l" r="r" t="t"/>
              <a:pathLst>
                <a:path extrusionOk="0" h="13800" w="10253">
                  <a:moveTo>
                    <a:pt x="9135" y="606"/>
                  </a:moveTo>
                  <a:cubicBezTo>
                    <a:pt x="9442" y="606"/>
                    <a:pt x="9647" y="862"/>
                    <a:pt x="9647" y="1118"/>
                  </a:cubicBezTo>
                  <a:lnTo>
                    <a:pt x="9647" y="12692"/>
                  </a:lnTo>
                  <a:cubicBezTo>
                    <a:pt x="9647" y="12990"/>
                    <a:pt x="9442" y="13205"/>
                    <a:pt x="9135" y="13205"/>
                  </a:cubicBezTo>
                  <a:lnTo>
                    <a:pt x="595" y="13205"/>
                  </a:lnTo>
                  <a:lnTo>
                    <a:pt x="595" y="606"/>
                  </a:lnTo>
                  <a:close/>
                  <a:moveTo>
                    <a:pt x="298" y="1"/>
                  </a:moveTo>
                  <a:cubicBezTo>
                    <a:pt x="124" y="1"/>
                    <a:pt x="1" y="134"/>
                    <a:pt x="1" y="308"/>
                  </a:cubicBezTo>
                  <a:lnTo>
                    <a:pt x="1" y="13502"/>
                  </a:lnTo>
                  <a:cubicBezTo>
                    <a:pt x="1" y="13676"/>
                    <a:pt x="124" y="13799"/>
                    <a:pt x="298" y="13799"/>
                  </a:cubicBezTo>
                  <a:lnTo>
                    <a:pt x="9135" y="13799"/>
                  </a:lnTo>
                  <a:cubicBezTo>
                    <a:pt x="9740" y="13799"/>
                    <a:pt x="10252" y="13287"/>
                    <a:pt x="10252" y="12692"/>
                  </a:cubicBezTo>
                  <a:lnTo>
                    <a:pt x="10252" y="1118"/>
                  </a:lnTo>
                  <a:cubicBezTo>
                    <a:pt x="10252" y="513"/>
                    <a:pt x="9740" y="1"/>
                    <a:pt x="913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6"/>
            <p:cNvSpPr/>
            <p:nvPr/>
          </p:nvSpPr>
          <p:spPr>
            <a:xfrm>
              <a:off x="2036813" y="2521350"/>
              <a:ext cx="58700" cy="343800"/>
            </a:xfrm>
            <a:custGeom>
              <a:rect b="b" l="l" r="r" t="t"/>
              <a:pathLst>
                <a:path extrusionOk="0" h="13752" w="2348">
                  <a:moveTo>
                    <a:pt x="1170" y="594"/>
                  </a:moveTo>
                  <a:cubicBezTo>
                    <a:pt x="1193" y="594"/>
                    <a:pt x="1217" y="596"/>
                    <a:pt x="1241" y="599"/>
                  </a:cubicBezTo>
                  <a:cubicBezTo>
                    <a:pt x="1538" y="599"/>
                    <a:pt x="1753" y="855"/>
                    <a:pt x="1753" y="1152"/>
                  </a:cubicBezTo>
                  <a:lnTo>
                    <a:pt x="1753" y="12214"/>
                  </a:lnTo>
                  <a:lnTo>
                    <a:pt x="1159" y="12942"/>
                  </a:lnTo>
                  <a:lnTo>
                    <a:pt x="605" y="12214"/>
                  </a:lnTo>
                  <a:lnTo>
                    <a:pt x="605" y="1152"/>
                  </a:lnTo>
                  <a:cubicBezTo>
                    <a:pt x="605" y="838"/>
                    <a:pt x="862" y="594"/>
                    <a:pt x="1170" y="594"/>
                  </a:cubicBezTo>
                  <a:close/>
                  <a:moveTo>
                    <a:pt x="1211" y="1"/>
                  </a:moveTo>
                  <a:cubicBezTo>
                    <a:pt x="1180" y="1"/>
                    <a:pt x="1149" y="2"/>
                    <a:pt x="1118" y="4"/>
                  </a:cubicBezTo>
                  <a:cubicBezTo>
                    <a:pt x="472" y="4"/>
                    <a:pt x="0" y="517"/>
                    <a:pt x="0" y="1152"/>
                  </a:cubicBezTo>
                  <a:lnTo>
                    <a:pt x="0" y="12347"/>
                  </a:lnTo>
                  <a:cubicBezTo>
                    <a:pt x="0" y="12388"/>
                    <a:pt x="0" y="12470"/>
                    <a:pt x="41" y="12511"/>
                  </a:cubicBezTo>
                  <a:lnTo>
                    <a:pt x="943" y="13628"/>
                  </a:lnTo>
                  <a:cubicBezTo>
                    <a:pt x="984" y="13710"/>
                    <a:pt x="1066" y="13751"/>
                    <a:pt x="1159" y="13751"/>
                  </a:cubicBezTo>
                  <a:cubicBezTo>
                    <a:pt x="1241" y="13751"/>
                    <a:pt x="1323" y="13710"/>
                    <a:pt x="1415" y="13628"/>
                  </a:cubicBezTo>
                  <a:lnTo>
                    <a:pt x="2266" y="12511"/>
                  </a:lnTo>
                  <a:cubicBezTo>
                    <a:pt x="2307" y="12470"/>
                    <a:pt x="2348" y="12388"/>
                    <a:pt x="2348" y="12347"/>
                  </a:cubicBezTo>
                  <a:lnTo>
                    <a:pt x="2348" y="1152"/>
                  </a:lnTo>
                  <a:cubicBezTo>
                    <a:pt x="2348" y="497"/>
                    <a:pt x="1844" y="1"/>
                    <a:pt x="121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6"/>
            <p:cNvSpPr/>
            <p:nvPr/>
          </p:nvSpPr>
          <p:spPr>
            <a:xfrm>
              <a:off x="1795638" y="2565000"/>
              <a:ext cx="70500" cy="15150"/>
            </a:xfrm>
            <a:custGeom>
              <a:rect b="b" l="l" r="r" t="t"/>
              <a:pathLst>
                <a:path extrusionOk="0" h="606" w="2820">
                  <a:moveTo>
                    <a:pt x="339" y="1"/>
                  </a:moveTo>
                  <a:cubicBezTo>
                    <a:pt x="124" y="1"/>
                    <a:pt x="1" y="175"/>
                    <a:pt x="42" y="349"/>
                  </a:cubicBezTo>
                  <a:cubicBezTo>
                    <a:pt x="42" y="472"/>
                    <a:pt x="165" y="606"/>
                    <a:pt x="339" y="606"/>
                  </a:cubicBezTo>
                  <a:lnTo>
                    <a:pt x="2512" y="606"/>
                  </a:lnTo>
                  <a:cubicBezTo>
                    <a:pt x="2686" y="606"/>
                    <a:pt x="2820" y="431"/>
                    <a:pt x="2820" y="257"/>
                  </a:cubicBezTo>
                  <a:cubicBezTo>
                    <a:pt x="2769" y="93"/>
                    <a:pt x="2645" y="1"/>
                    <a:pt x="251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36"/>
            <p:cNvSpPr/>
            <p:nvPr/>
          </p:nvSpPr>
          <p:spPr>
            <a:xfrm>
              <a:off x="1795638" y="2608825"/>
              <a:ext cx="48975" cy="15150"/>
            </a:xfrm>
            <a:custGeom>
              <a:rect b="b" l="l" r="r" t="t"/>
              <a:pathLst>
                <a:path extrusionOk="0" h="606" w="1959">
                  <a:moveTo>
                    <a:pt x="339" y="1"/>
                  </a:moveTo>
                  <a:cubicBezTo>
                    <a:pt x="124" y="1"/>
                    <a:pt x="1" y="175"/>
                    <a:pt x="42" y="349"/>
                  </a:cubicBezTo>
                  <a:cubicBezTo>
                    <a:pt x="42" y="472"/>
                    <a:pt x="165" y="606"/>
                    <a:pt x="339" y="606"/>
                  </a:cubicBezTo>
                  <a:lnTo>
                    <a:pt x="1620" y="606"/>
                  </a:lnTo>
                  <a:cubicBezTo>
                    <a:pt x="1795" y="606"/>
                    <a:pt x="1959" y="431"/>
                    <a:pt x="1918" y="257"/>
                  </a:cubicBezTo>
                  <a:cubicBezTo>
                    <a:pt x="1918" y="93"/>
                    <a:pt x="1743" y="1"/>
                    <a:pt x="162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37" title="Interrogation Game Agent-2025-12-19-0028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925" y="620125"/>
            <a:ext cx="6271549" cy="395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7"/>
          <p:cNvSpPr txBox="1"/>
          <p:nvPr>
            <p:ph type="title"/>
          </p:nvPr>
        </p:nvSpPr>
        <p:spPr>
          <a:xfrm>
            <a:off x="717751" y="-60050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solidFill>
                  <a:schemeClr val="dk1"/>
                </a:solidFill>
              </a:rPr>
              <a:t>System Architecture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000"/>
              <a:t>Multi-Agent Design</a:t>
            </a:r>
            <a:endParaRPr/>
          </a:p>
        </p:txBody>
      </p:sp>
      <p:sp>
        <p:nvSpPr>
          <p:cNvPr id="409" name="Google Shape;409;p38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Three specialized agent types working together</a:t>
            </a:r>
            <a:endParaRPr/>
          </a:p>
        </p:txBody>
      </p:sp>
      <p:sp>
        <p:nvSpPr>
          <p:cNvPr id="410" name="Google Shape;410;p38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9"/>
          <p:cNvSpPr/>
          <p:nvPr/>
        </p:nvSpPr>
        <p:spPr>
          <a:xfrm>
            <a:off x="2593875" y="3526538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9"/>
          <p:cNvSpPr/>
          <p:nvPr/>
        </p:nvSpPr>
        <p:spPr>
          <a:xfrm>
            <a:off x="1984275" y="2381975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9"/>
          <p:cNvSpPr/>
          <p:nvPr/>
        </p:nvSpPr>
        <p:spPr>
          <a:xfrm>
            <a:off x="1374675" y="1209225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Agent Types</a:t>
            </a:r>
            <a:endParaRPr/>
          </a:p>
        </p:txBody>
      </p:sp>
      <p:sp>
        <p:nvSpPr>
          <p:cNvPr id="419" name="Google Shape;419;p39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Each has unique persona, alibi, secrets, and hard redlines. Roles: Killer, Accomplice, Innocent witness.</a:t>
            </a:r>
            <a:endParaRPr/>
          </a:p>
        </p:txBody>
      </p:sp>
      <p:sp>
        <p:nvSpPr>
          <p:cNvPr id="420" name="Google Shape;420;p39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Safety filter that detects and sanitizes leaks where suspects accidentally reveal too much information.</a:t>
            </a:r>
            <a:endParaRPr/>
          </a:p>
        </p:txBody>
      </p:sp>
      <p:sp>
        <p:nvSpPr>
          <p:cNvPr id="421" name="Google Shape;421;p39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Evaluates final accusations, calculates scores, and provides narrative case resolution.</a:t>
            </a:r>
            <a:endParaRPr/>
          </a:p>
        </p:txBody>
      </p:sp>
      <p:sp>
        <p:nvSpPr>
          <p:cNvPr id="422" name="Google Shape;422;p39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Suspect Agents (3 instances)</a:t>
            </a:r>
            <a:endParaRPr/>
          </a:p>
        </p:txBody>
      </p:sp>
      <p:sp>
        <p:nvSpPr>
          <p:cNvPr id="423" name="Google Shape;423;p39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Critique Agent</a:t>
            </a:r>
            <a:endParaRPr/>
          </a:p>
        </p:txBody>
      </p:sp>
      <p:sp>
        <p:nvSpPr>
          <p:cNvPr id="424" name="Google Shape;424;p39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Accusation Agent</a:t>
            </a:r>
            <a:endParaRPr/>
          </a:p>
        </p:txBody>
      </p:sp>
      <p:grpSp>
        <p:nvGrpSpPr>
          <p:cNvPr id="425" name="Google Shape;425;p39"/>
          <p:cNvGrpSpPr/>
          <p:nvPr/>
        </p:nvGrpSpPr>
        <p:grpSpPr>
          <a:xfrm>
            <a:off x="2103113" y="2467625"/>
            <a:ext cx="278600" cy="345000"/>
            <a:chOff x="2532463" y="3657550"/>
            <a:chExt cx="278600" cy="345000"/>
          </a:xfrm>
        </p:grpSpPr>
        <p:sp>
          <p:nvSpPr>
            <p:cNvPr id="426" name="Google Shape;426;p39"/>
            <p:cNvSpPr/>
            <p:nvPr/>
          </p:nvSpPr>
          <p:spPr>
            <a:xfrm>
              <a:off x="2752363" y="3666025"/>
              <a:ext cx="14875" cy="284225"/>
            </a:xfrm>
            <a:custGeom>
              <a:rect b="b" l="l" r="r" t="t"/>
              <a:pathLst>
                <a:path extrusionOk="0" h="11369" w="595">
                  <a:moveTo>
                    <a:pt x="0" y="0"/>
                  </a:moveTo>
                  <a:lnTo>
                    <a:pt x="0" y="11369"/>
                  </a:lnTo>
                  <a:lnTo>
                    <a:pt x="595" y="11369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9"/>
            <p:cNvSpPr/>
            <p:nvPr/>
          </p:nvSpPr>
          <p:spPr>
            <a:xfrm>
              <a:off x="2708538" y="3666025"/>
              <a:ext cx="14875" cy="284225"/>
            </a:xfrm>
            <a:custGeom>
              <a:rect b="b" l="l" r="r" t="t"/>
              <a:pathLst>
                <a:path extrusionOk="0" h="11369" w="595">
                  <a:moveTo>
                    <a:pt x="0" y="0"/>
                  </a:moveTo>
                  <a:lnTo>
                    <a:pt x="0" y="11369"/>
                  </a:lnTo>
                  <a:lnTo>
                    <a:pt x="595" y="11369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9"/>
            <p:cNvSpPr/>
            <p:nvPr/>
          </p:nvSpPr>
          <p:spPr>
            <a:xfrm>
              <a:off x="2598588" y="3950225"/>
              <a:ext cx="58725" cy="52325"/>
            </a:xfrm>
            <a:custGeom>
              <a:rect b="b" l="l" r="r" t="t"/>
              <a:pathLst>
                <a:path extrusionOk="0" h="2093" w="2349">
                  <a:moveTo>
                    <a:pt x="1" y="1"/>
                  </a:moveTo>
                  <a:lnTo>
                    <a:pt x="1" y="1795"/>
                  </a:lnTo>
                  <a:cubicBezTo>
                    <a:pt x="1" y="1918"/>
                    <a:pt x="83" y="2051"/>
                    <a:pt x="216" y="2051"/>
                  </a:cubicBezTo>
                  <a:cubicBezTo>
                    <a:pt x="257" y="2072"/>
                    <a:pt x="288" y="2082"/>
                    <a:pt x="313" y="2082"/>
                  </a:cubicBezTo>
                  <a:cubicBezTo>
                    <a:pt x="339" y="2082"/>
                    <a:pt x="359" y="2072"/>
                    <a:pt x="380" y="2051"/>
                  </a:cubicBezTo>
                  <a:lnTo>
                    <a:pt x="1200" y="1836"/>
                  </a:lnTo>
                  <a:lnTo>
                    <a:pt x="1969" y="2051"/>
                  </a:lnTo>
                  <a:cubicBezTo>
                    <a:pt x="2010" y="2092"/>
                    <a:pt x="2010" y="2092"/>
                    <a:pt x="2051" y="2092"/>
                  </a:cubicBezTo>
                  <a:cubicBezTo>
                    <a:pt x="2133" y="2092"/>
                    <a:pt x="2266" y="2051"/>
                    <a:pt x="2307" y="1918"/>
                  </a:cubicBezTo>
                  <a:cubicBezTo>
                    <a:pt x="2348" y="1877"/>
                    <a:pt x="2348" y="1836"/>
                    <a:pt x="2348" y="1795"/>
                  </a:cubicBezTo>
                  <a:lnTo>
                    <a:pt x="2348" y="1"/>
                  </a:lnTo>
                  <a:lnTo>
                    <a:pt x="1754" y="1"/>
                  </a:lnTo>
                  <a:lnTo>
                    <a:pt x="1754" y="1405"/>
                  </a:lnTo>
                  <a:lnTo>
                    <a:pt x="1241" y="1231"/>
                  </a:lnTo>
                  <a:lnTo>
                    <a:pt x="1108" y="1231"/>
                  </a:lnTo>
                  <a:lnTo>
                    <a:pt x="595" y="1405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2532463" y="3657550"/>
              <a:ext cx="278600" cy="300150"/>
            </a:xfrm>
            <a:custGeom>
              <a:rect b="b" l="l" r="r" t="t"/>
              <a:pathLst>
                <a:path extrusionOk="0" h="12006" w="11144">
                  <a:moveTo>
                    <a:pt x="9606" y="595"/>
                  </a:moveTo>
                  <a:cubicBezTo>
                    <a:pt x="10119" y="595"/>
                    <a:pt x="10549" y="1026"/>
                    <a:pt x="10549" y="1539"/>
                  </a:cubicBezTo>
                  <a:lnTo>
                    <a:pt x="10549" y="10509"/>
                  </a:lnTo>
                  <a:cubicBezTo>
                    <a:pt x="10549" y="11021"/>
                    <a:pt x="10119" y="11400"/>
                    <a:pt x="9606" y="11400"/>
                  </a:cubicBezTo>
                  <a:lnTo>
                    <a:pt x="2000" y="11400"/>
                  </a:lnTo>
                  <a:cubicBezTo>
                    <a:pt x="1702" y="11400"/>
                    <a:pt x="1487" y="11195"/>
                    <a:pt x="1487" y="10888"/>
                  </a:cubicBezTo>
                  <a:lnTo>
                    <a:pt x="1487" y="10252"/>
                  </a:lnTo>
                  <a:lnTo>
                    <a:pt x="2051" y="10252"/>
                  </a:lnTo>
                  <a:cubicBezTo>
                    <a:pt x="2215" y="10252"/>
                    <a:pt x="2348" y="10170"/>
                    <a:pt x="2389" y="9996"/>
                  </a:cubicBezTo>
                  <a:cubicBezTo>
                    <a:pt x="2389" y="9822"/>
                    <a:pt x="2256" y="9658"/>
                    <a:pt x="2092" y="9658"/>
                  </a:cubicBezTo>
                  <a:lnTo>
                    <a:pt x="1487" y="9658"/>
                  </a:lnTo>
                  <a:lnTo>
                    <a:pt x="1487" y="7648"/>
                  </a:lnTo>
                  <a:lnTo>
                    <a:pt x="2051" y="7648"/>
                  </a:lnTo>
                  <a:cubicBezTo>
                    <a:pt x="2215" y="7648"/>
                    <a:pt x="2348" y="7556"/>
                    <a:pt x="2389" y="7392"/>
                  </a:cubicBezTo>
                  <a:cubicBezTo>
                    <a:pt x="2389" y="7218"/>
                    <a:pt x="2256" y="7044"/>
                    <a:pt x="2092" y="7044"/>
                  </a:cubicBezTo>
                  <a:lnTo>
                    <a:pt x="1487" y="7044"/>
                  </a:lnTo>
                  <a:lnTo>
                    <a:pt x="1487" y="4993"/>
                  </a:lnTo>
                  <a:lnTo>
                    <a:pt x="2051" y="4993"/>
                  </a:lnTo>
                  <a:cubicBezTo>
                    <a:pt x="2215" y="4993"/>
                    <a:pt x="2348" y="4911"/>
                    <a:pt x="2389" y="4788"/>
                  </a:cubicBezTo>
                  <a:cubicBezTo>
                    <a:pt x="2389" y="4573"/>
                    <a:pt x="2256" y="4440"/>
                    <a:pt x="2092" y="4440"/>
                  </a:cubicBezTo>
                  <a:lnTo>
                    <a:pt x="1487" y="4440"/>
                  </a:lnTo>
                  <a:lnTo>
                    <a:pt x="1487" y="2389"/>
                  </a:lnTo>
                  <a:lnTo>
                    <a:pt x="2051" y="2389"/>
                  </a:lnTo>
                  <a:cubicBezTo>
                    <a:pt x="2215" y="2389"/>
                    <a:pt x="2348" y="2307"/>
                    <a:pt x="2389" y="2133"/>
                  </a:cubicBezTo>
                  <a:cubicBezTo>
                    <a:pt x="2389" y="1969"/>
                    <a:pt x="2256" y="1795"/>
                    <a:pt x="2092" y="1795"/>
                  </a:cubicBezTo>
                  <a:lnTo>
                    <a:pt x="1487" y="1795"/>
                  </a:lnTo>
                  <a:lnTo>
                    <a:pt x="1487" y="1108"/>
                  </a:lnTo>
                  <a:cubicBezTo>
                    <a:pt x="1487" y="811"/>
                    <a:pt x="1702" y="595"/>
                    <a:pt x="2000" y="595"/>
                  </a:cubicBezTo>
                  <a:close/>
                  <a:moveTo>
                    <a:pt x="2000" y="1"/>
                  </a:moveTo>
                  <a:cubicBezTo>
                    <a:pt x="1405" y="1"/>
                    <a:pt x="893" y="513"/>
                    <a:pt x="893" y="1108"/>
                  </a:cubicBezTo>
                  <a:lnTo>
                    <a:pt x="893" y="1795"/>
                  </a:lnTo>
                  <a:lnTo>
                    <a:pt x="339" y="1795"/>
                  </a:lnTo>
                  <a:cubicBezTo>
                    <a:pt x="165" y="1795"/>
                    <a:pt x="42" y="1918"/>
                    <a:pt x="42" y="2051"/>
                  </a:cubicBezTo>
                  <a:cubicBezTo>
                    <a:pt x="1" y="2266"/>
                    <a:pt x="165" y="2389"/>
                    <a:pt x="339" y="2389"/>
                  </a:cubicBezTo>
                  <a:lnTo>
                    <a:pt x="893" y="2389"/>
                  </a:lnTo>
                  <a:lnTo>
                    <a:pt x="893" y="4440"/>
                  </a:lnTo>
                  <a:lnTo>
                    <a:pt x="339" y="4440"/>
                  </a:lnTo>
                  <a:cubicBezTo>
                    <a:pt x="165" y="4440"/>
                    <a:pt x="42" y="4532"/>
                    <a:pt x="42" y="4655"/>
                  </a:cubicBezTo>
                  <a:cubicBezTo>
                    <a:pt x="1" y="4870"/>
                    <a:pt x="165" y="4993"/>
                    <a:pt x="339" y="4993"/>
                  </a:cubicBezTo>
                  <a:lnTo>
                    <a:pt x="893" y="4993"/>
                  </a:lnTo>
                  <a:lnTo>
                    <a:pt x="893" y="7044"/>
                  </a:lnTo>
                  <a:lnTo>
                    <a:pt x="339" y="7044"/>
                  </a:lnTo>
                  <a:cubicBezTo>
                    <a:pt x="165" y="7044"/>
                    <a:pt x="42" y="7177"/>
                    <a:pt x="42" y="7300"/>
                  </a:cubicBezTo>
                  <a:cubicBezTo>
                    <a:pt x="1" y="7474"/>
                    <a:pt x="165" y="7648"/>
                    <a:pt x="339" y="7648"/>
                  </a:cubicBezTo>
                  <a:lnTo>
                    <a:pt x="893" y="7648"/>
                  </a:lnTo>
                  <a:lnTo>
                    <a:pt x="893" y="9658"/>
                  </a:lnTo>
                  <a:lnTo>
                    <a:pt x="339" y="9658"/>
                  </a:lnTo>
                  <a:cubicBezTo>
                    <a:pt x="165" y="9658"/>
                    <a:pt x="42" y="9781"/>
                    <a:pt x="42" y="9914"/>
                  </a:cubicBezTo>
                  <a:cubicBezTo>
                    <a:pt x="1" y="10078"/>
                    <a:pt x="165" y="10252"/>
                    <a:pt x="339" y="10252"/>
                  </a:cubicBezTo>
                  <a:lnTo>
                    <a:pt x="893" y="10252"/>
                  </a:lnTo>
                  <a:lnTo>
                    <a:pt x="893" y="10888"/>
                  </a:lnTo>
                  <a:cubicBezTo>
                    <a:pt x="893" y="11534"/>
                    <a:pt x="1405" y="12005"/>
                    <a:pt x="2000" y="12005"/>
                  </a:cubicBezTo>
                  <a:lnTo>
                    <a:pt x="9606" y="12005"/>
                  </a:lnTo>
                  <a:cubicBezTo>
                    <a:pt x="10457" y="12005"/>
                    <a:pt x="11144" y="11318"/>
                    <a:pt x="11144" y="10509"/>
                  </a:cubicBezTo>
                  <a:lnTo>
                    <a:pt x="11144" y="1539"/>
                  </a:lnTo>
                  <a:cubicBezTo>
                    <a:pt x="11144" y="688"/>
                    <a:pt x="10457" y="1"/>
                    <a:pt x="960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2619863" y="3702400"/>
              <a:ext cx="60000" cy="14900"/>
            </a:xfrm>
            <a:custGeom>
              <a:rect b="b" l="l" r="r" t="t"/>
              <a:pathLst>
                <a:path extrusionOk="0" h="596" w="2400">
                  <a:moveTo>
                    <a:pt x="349" y="1"/>
                  </a:moveTo>
                  <a:cubicBezTo>
                    <a:pt x="134" y="1"/>
                    <a:pt x="0" y="175"/>
                    <a:pt x="41" y="339"/>
                  </a:cubicBezTo>
                  <a:cubicBezTo>
                    <a:pt x="41" y="513"/>
                    <a:pt x="175" y="595"/>
                    <a:pt x="349" y="595"/>
                  </a:cubicBezTo>
                  <a:lnTo>
                    <a:pt x="2092" y="595"/>
                  </a:lnTo>
                  <a:cubicBezTo>
                    <a:pt x="2266" y="595"/>
                    <a:pt x="2399" y="472"/>
                    <a:pt x="2348" y="257"/>
                  </a:cubicBezTo>
                  <a:cubicBezTo>
                    <a:pt x="2348" y="124"/>
                    <a:pt x="2225" y="1"/>
                    <a:pt x="205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9"/>
            <p:cNvSpPr/>
            <p:nvPr/>
          </p:nvSpPr>
          <p:spPr>
            <a:xfrm>
              <a:off x="2619863" y="3746225"/>
              <a:ext cx="38475" cy="14900"/>
            </a:xfrm>
            <a:custGeom>
              <a:rect b="b" l="l" r="r" t="t"/>
              <a:pathLst>
                <a:path extrusionOk="0" h="596" w="1539">
                  <a:moveTo>
                    <a:pt x="349" y="1"/>
                  </a:moveTo>
                  <a:cubicBezTo>
                    <a:pt x="134" y="1"/>
                    <a:pt x="0" y="165"/>
                    <a:pt x="41" y="339"/>
                  </a:cubicBezTo>
                  <a:cubicBezTo>
                    <a:pt x="41" y="513"/>
                    <a:pt x="175" y="595"/>
                    <a:pt x="349" y="595"/>
                  </a:cubicBezTo>
                  <a:lnTo>
                    <a:pt x="1200" y="595"/>
                  </a:lnTo>
                  <a:cubicBezTo>
                    <a:pt x="1374" y="595"/>
                    <a:pt x="1538" y="421"/>
                    <a:pt x="1497" y="257"/>
                  </a:cubicBezTo>
                  <a:cubicBezTo>
                    <a:pt x="1456" y="124"/>
                    <a:pt x="1323" y="1"/>
                    <a:pt x="120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39"/>
          <p:cNvGrpSpPr/>
          <p:nvPr/>
        </p:nvGrpSpPr>
        <p:grpSpPr>
          <a:xfrm>
            <a:off x="1460838" y="1295038"/>
            <a:ext cx="343950" cy="344675"/>
            <a:chOff x="2509913" y="2520475"/>
            <a:chExt cx="343950" cy="344675"/>
          </a:xfrm>
        </p:grpSpPr>
        <p:sp>
          <p:nvSpPr>
            <p:cNvPr id="433" name="Google Shape;433;p39"/>
            <p:cNvSpPr/>
            <p:nvPr/>
          </p:nvSpPr>
          <p:spPr>
            <a:xfrm>
              <a:off x="2509913" y="2608825"/>
              <a:ext cx="343950" cy="256325"/>
            </a:xfrm>
            <a:custGeom>
              <a:rect b="b" l="l" r="r" t="t"/>
              <a:pathLst>
                <a:path extrusionOk="0" h="10253" w="13758">
                  <a:moveTo>
                    <a:pt x="5126" y="8674"/>
                  </a:moveTo>
                  <a:cubicBezTo>
                    <a:pt x="5557" y="8674"/>
                    <a:pt x="5977" y="8848"/>
                    <a:pt x="6326" y="9104"/>
                  </a:cubicBezTo>
                  <a:cubicBezTo>
                    <a:pt x="6233" y="9145"/>
                    <a:pt x="6192" y="9145"/>
                    <a:pt x="6151" y="9186"/>
                  </a:cubicBezTo>
                  <a:cubicBezTo>
                    <a:pt x="5977" y="9319"/>
                    <a:pt x="5854" y="9484"/>
                    <a:pt x="5772" y="9658"/>
                  </a:cubicBezTo>
                  <a:lnTo>
                    <a:pt x="554" y="9658"/>
                  </a:lnTo>
                  <a:lnTo>
                    <a:pt x="554" y="8674"/>
                  </a:lnTo>
                  <a:close/>
                  <a:moveTo>
                    <a:pt x="13153" y="8674"/>
                  </a:moveTo>
                  <a:lnTo>
                    <a:pt x="13153" y="9658"/>
                  </a:lnTo>
                  <a:lnTo>
                    <a:pt x="7945" y="9658"/>
                  </a:lnTo>
                  <a:cubicBezTo>
                    <a:pt x="7822" y="9401"/>
                    <a:pt x="7648" y="9227"/>
                    <a:pt x="7392" y="9104"/>
                  </a:cubicBezTo>
                  <a:cubicBezTo>
                    <a:pt x="7730" y="8848"/>
                    <a:pt x="8161" y="8674"/>
                    <a:pt x="8591" y="8674"/>
                  </a:cubicBezTo>
                  <a:close/>
                  <a:moveTo>
                    <a:pt x="298" y="1"/>
                  </a:moveTo>
                  <a:cubicBezTo>
                    <a:pt x="134" y="1"/>
                    <a:pt x="1" y="134"/>
                    <a:pt x="1" y="298"/>
                  </a:cubicBezTo>
                  <a:lnTo>
                    <a:pt x="1" y="8417"/>
                  </a:lnTo>
                  <a:lnTo>
                    <a:pt x="1" y="9955"/>
                  </a:lnTo>
                  <a:cubicBezTo>
                    <a:pt x="1" y="10129"/>
                    <a:pt x="134" y="10252"/>
                    <a:pt x="298" y="10252"/>
                  </a:cubicBezTo>
                  <a:lnTo>
                    <a:pt x="6028" y="10252"/>
                  </a:lnTo>
                  <a:cubicBezTo>
                    <a:pt x="6151" y="10252"/>
                    <a:pt x="6233" y="10170"/>
                    <a:pt x="6285" y="10037"/>
                  </a:cubicBezTo>
                  <a:lnTo>
                    <a:pt x="6326" y="9996"/>
                  </a:lnTo>
                  <a:cubicBezTo>
                    <a:pt x="6367" y="9873"/>
                    <a:pt x="6408" y="9740"/>
                    <a:pt x="6541" y="9699"/>
                  </a:cubicBezTo>
                  <a:cubicBezTo>
                    <a:pt x="6623" y="9617"/>
                    <a:pt x="6746" y="9576"/>
                    <a:pt x="6879" y="9576"/>
                  </a:cubicBezTo>
                  <a:cubicBezTo>
                    <a:pt x="6961" y="9576"/>
                    <a:pt x="7002" y="9576"/>
                    <a:pt x="7054" y="9617"/>
                  </a:cubicBezTo>
                  <a:cubicBezTo>
                    <a:pt x="7259" y="9658"/>
                    <a:pt x="7392" y="9781"/>
                    <a:pt x="7474" y="9996"/>
                  </a:cubicBezTo>
                  <a:lnTo>
                    <a:pt x="7474" y="10037"/>
                  </a:lnTo>
                  <a:cubicBezTo>
                    <a:pt x="7515" y="10170"/>
                    <a:pt x="7648" y="10252"/>
                    <a:pt x="7771" y="10252"/>
                  </a:cubicBezTo>
                  <a:lnTo>
                    <a:pt x="13461" y="10252"/>
                  </a:lnTo>
                  <a:cubicBezTo>
                    <a:pt x="13625" y="10252"/>
                    <a:pt x="13758" y="10129"/>
                    <a:pt x="13758" y="9955"/>
                  </a:cubicBezTo>
                  <a:lnTo>
                    <a:pt x="13758" y="8376"/>
                  </a:lnTo>
                  <a:lnTo>
                    <a:pt x="13758" y="8161"/>
                  </a:lnTo>
                  <a:lnTo>
                    <a:pt x="13758" y="298"/>
                  </a:lnTo>
                  <a:cubicBezTo>
                    <a:pt x="13758" y="134"/>
                    <a:pt x="13625" y="1"/>
                    <a:pt x="13461" y="1"/>
                  </a:cubicBezTo>
                  <a:lnTo>
                    <a:pt x="9698" y="1"/>
                  </a:lnTo>
                  <a:lnTo>
                    <a:pt x="9698" y="606"/>
                  </a:lnTo>
                  <a:lnTo>
                    <a:pt x="13153" y="606"/>
                  </a:lnTo>
                  <a:lnTo>
                    <a:pt x="13153" y="8079"/>
                  </a:lnTo>
                  <a:lnTo>
                    <a:pt x="8591" y="8079"/>
                  </a:lnTo>
                  <a:cubicBezTo>
                    <a:pt x="8079" y="8079"/>
                    <a:pt x="7566" y="8243"/>
                    <a:pt x="7136" y="8551"/>
                  </a:cubicBezTo>
                  <a:lnTo>
                    <a:pt x="7136" y="3374"/>
                  </a:lnTo>
                  <a:lnTo>
                    <a:pt x="6582" y="3374"/>
                  </a:lnTo>
                  <a:lnTo>
                    <a:pt x="6582" y="8551"/>
                  </a:lnTo>
                  <a:cubicBezTo>
                    <a:pt x="6151" y="8243"/>
                    <a:pt x="5639" y="8079"/>
                    <a:pt x="5085" y="8079"/>
                  </a:cubicBezTo>
                  <a:lnTo>
                    <a:pt x="554" y="8079"/>
                  </a:lnTo>
                  <a:lnTo>
                    <a:pt x="554" y="606"/>
                  </a:lnTo>
                  <a:lnTo>
                    <a:pt x="4019" y="606"/>
                  </a:lnTo>
                  <a:lnTo>
                    <a:pt x="4019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9"/>
            <p:cNvSpPr/>
            <p:nvPr/>
          </p:nvSpPr>
          <p:spPr>
            <a:xfrm>
              <a:off x="2744938" y="2658050"/>
              <a:ext cx="65100" cy="14875"/>
            </a:xfrm>
            <a:custGeom>
              <a:rect b="b" l="l" r="r" t="t"/>
              <a:pathLst>
                <a:path extrusionOk="0" h="595" w="2604">
                  <a:moveTo>
                    <a:pt x="297" y="0"/>
                  </a:moveTo>
                  <a:cubicBezTo>
                    <a:pt x="123" y="0"/>
                    <a:pt x="0" y="123"/>
                    <a:pt x="0" y="338"/>
                  </a:cubicBezTo>
                  <a:cubicBezTo>
                    <a:pt x="41" y="472"/>
                    <a:pt x="164" y="595"/>
                    <a:pt x="297" y="595"/>
                  </a:cubicBezTo>
                  <a:lnTo>
                    <a:pt x="2266" y="595"/>
                  </a:lnTo>
                  <a:cubicBezTo>
                    <a:pt x="2471" y="595"/>
                    <a:pt x="2604" y="431"/>
                    <a:pt x="2563" y="256"/>
                  </a:cubicBezTo>
                  <a:cubicBezTo>
                    <a:pt x="2563" y="82"/>
                    <a:pt x="2430" y="0"/>
                    <a:pt x="226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2553738" y="2658050"/>
              <a:ext cx="65125" cy="14875"/>
            </a:xfrm>
            <a:custGeom>
              <a:rect b="b" l="l" r="r" t="t"/>
              <a:pathLst>
                <a:path extrusionOk="0" h="595" w="2605">
                  <a:moveTo>
                    <a:pt x="298" y="0"/>
                  </a:moveTo>
                  <a:cubicBezTo>
                    <a:pt x="124" y="0"/>
                    <a:pt x="1" y="123"/>
                    <a:pt x="1" y="338"/>
                  </a:cubicBezTo>
                  <a:cubicBezTo>
                    <a:pt x="42" y="472"/>
                    <a:pt x="175" y="595"/>
                    <a:pt x="298" y="595"/>
                  </a:cubicBezTo>
                  <a:lnTo>
                    <a:pt x="2266" y="595"/>
                  </a:lnTo>
                  <a:cubicBezTo>
                    <a:pt x="2430" y="595"/>
                    <a:pt x="2604" y="431"/>
                    <a:pt x="2563" y="256"/>
                  </a:cubicBezTo>
                  <a:cubicBezTo>
                    <a:pt x="2522" y="82"/>
                    <a:pt x="2389" y="0"/>
                    <a:pt x="226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2553738" y="2707250"/>
              <a:ext cx="91775" cy="14900"/>
            </a:xfrm>
            <a:custGeom>
              <a:rect b="b" l="l" r="r" t="t"/>
              <a:pathLst>
                <a:path extrusionOk="0" h="596" w="3671">
                  <a:moveTo>
                    <a:pt x="298" y="0"/>
                  </a:moveTo>
                  <a:cubicBezTo>
                    <a:pt x="124" y="0"/>
                    <a:pt x="1" y="165"/>
                    <a:pt x="1" y="339"/>
                  </a:cubicBezTo>
                  <a:cubicBezTo>
                    <a:pt x="42" y="513"/>
                    <a:pt x="175" y="595"/>
                    <a:pt x="298" y="595"/>
                  </a:cubicBezTo>
                  <a:lnTo>
                    <a:pt x="3373" y="595"/>
                  </a:lnTo>
                  <a:cubicBezTo>
                    <a:pt x="3548" y="595"/>
                    <a:pt x="3671" y="421"/>
                    <a:pt x="3671" y="257"/>
                  </a:cubicBezTo>
                  <a:cubicBezTo>
                    <a:pt x="3630" y="123"/>
                    <a:pt x="3507" y="0"/>
                    <a:pt x="337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39"/>
            <p:cNvSpPr/>
            <p:nvPr/>
          </p:nvSpPr>
          <p:spPr>
            <a:xfrm>
              <a:off x="2564513" y="2756200"/>
              <a:ext cx="81000" cy="15150"/>
            </a:xfrm>
            <a:custGeom>
              <a:rect b="b" l="l" r="r" t="t"/>
              <a:pathLst>
                <a:path extrusionOk="0" h="606" w="3240">
                  <a:moveTo>
                    <a:pt x="297" y="1"/>
                  </a:moveTo>
                  <a:cubicBezTo>
                    <a:pt x="123" y="1"/>
                    <a:pt x="0" y="175"/>
                    <a:pt x="0" y="349"/>
                  </a:cubicBezTo>
                  <a:cubicBezTo>
                    <a:pt x="41" y="513"/>
                    <a:pt x="164" y="605"/>
                    <a:pt x="338" y="605"/>
                  </a:cubicBezTo>
                  <a:lnTo>
                    <a:pt x="2942" y="605"/>
                  </a:lnTo>
                  <a:cubicBezTo>
                    <a:pt x="3117" y="605"/>
                    <a:pt x="3240" y="431"/>
                    <a:pt x="3240" y="257"/>
                  </a:cubicBezTo>
                  <a:cubicBezTo>
                    <a:pt x="3199" y="134"/>
                    <a:pt x="3076" y="1"/>
                    <a:pt x="2942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9"/>
            <p:cNvSpPr/>
            <p:nvPr/>
          </p:nvSpPr>
          <p:spPr>
            <a:xfrm>
              <a:off x="2716988" y="2707250"/>
              <a:ext cx="93050" cy="14900"/>
            </a:xfrm>
            <a:custGeom>
              <a:rect b="b" l="l" r="r" t="t"/>
              <a:pathLst>
                <a:path extrusionOk="0" h="596" w="3722">
                  <a:moveTo>
                    <a:pt x="349" y="0"/>
                  </a:moveTo>
                  <a:cubicBezTo>
                    <a:pt x="134" y="0"/>
                    <a:pt x="1" y="165"/>
                    <a:pt x="52" y="339"/>
                  </a:cubicBezTo>
                  <a:cubicBezTo>
                    <a:pt x="52" y="513"/>
                    <a:pt x="175" y="595"/>
                    <a:pt x="349" y="595"/>
                  </a:cubicBezTo>
                  <a:lnTo>
                    <a:pt x="3384" y="595"/>
                  </a:lnTo>
                  <a:cubicBezTo>
                    <a:pt x="3589" y="595"/>
                    <a:pt x="3722" y="421"/>
                    <a:pt x="3681" y="257"/>
                  </a:cubicBezTo>
                  <a:cubicBezTo>
                    <a:pt x="3681" y="123"/>
                    <a:pt x="3548" y="0"/>
                    <a:pt x="3384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39"/>
            <p:cNvSpPr/>
            <p:nvPr/>
          </p:nvSpPr>
          <p:spPr>
            <a:xfrm>
              <a:off x="2716988" y="2756200"/>
              <a:ext cx="82300" cy="15150"/>
            </a:xfrm>
            <a:custGeom>
              <a:rect b="b" l="l" r="r" t="t"/>
              <a:pathLst>
                <a:path extrusionOk="0" h="606" w="3292">
                  <a:moveTo>
                    <a:pt x="349" y="1"/>
                  </a:moveTo>
                  <a:cubicBezTo>
                    <a:pt x="134" y="1"/>
                    <a:pt x="1" y="175"/>
                    <a:pt x="52" y="349"/>
                  </a:cubicBezTo>
                  <a:cubicBezTo>
                    <a:pt x="52" y="513"/>
                    <a:pt x="175" y="605"/>
                    <a:pt x="349" y="605"/>
                  </a:cubicBezTo>
                  <a:lnTo>
                    <a:pt x="2953" y="605"/>
                  </a:lnTo>
                  <a:cubicBezTo>
                    <a:pt x="3127" y="605"/>
                    <a:pt x="3291" y="431"/>
                    <a:pt x="3250" y="257"/>
                  </a:cubicBezTo>
                  <a:cubicBezTo>
                    <a:pt x="3209" y="134"/>
                    <a:pt x="3076" y="1"/>
                    <a:pt x="295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39"/>
            <p:cNvSpPr/>
            <p:nvPr/>
          </p:nvSpPr>
          <p:spPr>
            <a:xfrm>
              <a:off x="2548363" y="2520475"/>
              <a:ext cx="267075" cy="179100"/>
            </a:xfrm>
            <a:custGeom>
              <a:rect b="b" l="l" r="r" t="t"/>
              <a:pathLst>
                <a:path extrusionOk="0" h="7164" w="10683">
                  <a:moveTo>
                    <a:pt x="5341" y="634"/>
                  </a:moveTo>
                  <a:lnTo>
                    <a:pt x="9483" y="2089"/>
                  </a:lnTo>
                  <a:lnTo>
                    <a:pt x="5341" y="3494"/>
                  </a:lnTo>
                  <a:lnTo>
                    <a:pt x="1200" y="2089"/>
                  </a:lnTo>
                  <a:lnTo>
                    <a:pt x="5341" y="634"/>
                  </a:lnTo>
                  <a:close/>
                  <a:moveTo>
                    <a:pt x="7863" y="3279"/>
                  </a:moveTo>
                  <a:lnTo>
                    <a:pt x="7863" y="5585"/>
                  </a:lnTo>
                  <a:lnTo>
                    <a:pt x="5341" y="6569"/>
                  </a:lnTo>
                  <a:lnTo>
                    <a:pt x="2778" y="5585"/>
                  </a:lnTo>
                  <a:lnTo>
                    <a:pt x="2778" y="3279"/>
                  </a:lnTo>
                  <a:lnTo>
                    <a:pt x="5208" y="4089"/>
                  </a:lnTo>
                  <a:cubicBezTo>
                    <a:pt x="5259" y="4140"/>
                    <a:pt x="5300" y="4140"/>
                    <a:pt x="5341" y="4140"/>
                  </a:cubicBezTo>
                  <a:cubicBezTo>
                    <a:pt x="5382" y="4140"/>
                    <a:pt x="5382" y="4140"/>
                    <a:pt x="5423" y="4089"/>
                  </a:cubicBezTo>
                  <a:lnTo>
                    <a:pt x="7863" y="3279"/>
                  </a:lnTo>
                  <a:close/>
                  <a:moveTo>
                    <a:pt x="5335" y="1"/>
                  </a:moveTo>
                  <a:cubicBezTo>
                    <a:pt x="5298" y="1"/>
                    <a:pt x="5254" y="14"/>
                    <a:pt x="5208" y="39"/>
                  </a:cubicBezTo>
                  <a:lnTo>
                    <a:pt x="216" y="1782"/>
                  </a:lnTo>
                  <a:cubicBezTo>
                    <a:pt x="82" y="1874"/>
                    <a:pt x="0" y="1997"/>
                    <a:pt x="0" y="2171"/>
                  </a:cubicBezTo>
                  <a:cubicBezTo>
                    <a:pt x="41" y="2253"/>
                    <a:pt x="133" y="2346"/>
                    <a:pt x="216" y="2387"/>
                  </a:cubicBezTo>
                  <a:lnTo>
                    <a:pt x="2184" y="3063"/>
                  </a:lnTo>
                  <a:lnTo>
                    <a:pt x="2184" y="5800"/>
                  </a:lnTo>
                  <a:cubicBezTo>
                    <a:pt x="2184" y="5934"/>
                    <a:pt x="2266" y="6016"/>
                    <a:pt x="2389" y="6057"/>
                  </a:cubicBezTo>
                  <a:lnTo>
                    <a:pt x="5208" y="7164"/>
                  </a:lnTo>
                  <a:lnTo>
                    <a:pt x="5423" y="7164"/>
                  </a:lnTo>
                  <a:lnTo>
                    <a:pt x="8283" y="6057"/>
                  </a:lnTo>
                  <a:cubicBezTo>
                    <a:pt x="8376" y="6016"/>
                    <a:pt x="8458" y="5934"/>
                    <a:pt x="8458" y="5800"/>
                  </a:cubicBezTo>
                  <a:lnTo>
                    <a:pt x="8458" y="3063"/>
                  </a:lnTo>
                  <a:lnTo>
                    <a:pt x="10426" y="2387"/>
                  </a:lnTo>
                  <a:cubicBezTo>
                    <a:pt x="10549" y="2346"/>
                    <a:pt x="10590" y="2253"/>
                    <a:pt x="10641" y="2171"/>
                  </a:cubicBezTo>
                  <a:cubicBezTo>
                    <a:pt x="10682" y="1997"/>
                    <a:pt x="10590" y="1874"/>
                    <a:pt x="10467" y="1782"/>
                  </a:cubicBezTo>
                  <a:lnTo>
                    <a:pt x="5423" y="39"/>
                  </a:lnTo>
                  <a:cubicBezTo>
                    <a:pt x="5403" y="14"/>
                    <a:pt x="5372" y="1"/>
                    <a:pt x="5335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" name="Google Shape;441;p39"/>
          <p:cNvGrpSpPr/>
          <p:nvPr/>
        </p:nvGrpSpPr>
        <p:grpSpPr>
          <a:xfrm>
            <a:off x="2680038" y="3640513"/>
            <a:ext cx="343950" cy="288325"/>
            <a:chOff x="7796863" y="2004525"/>
            <a:chExt cx="343950" cy="288325"/>
          </a:xfrm>
        </p:grpSpPr>
        <p:sp>
          <p:nvSpPr>
            <p:cNvPr id="442" name="Google Shape;442;p39"/>
            <p:cNvSpPr/>
            <p:nvPr/>
          </p:nvSpPr>
          <p:spPr>
            <a:xfrm>
              <a:off x="7796863" y="2004525"/>
              <a:ext cx="343950" cy="288325"/>
            </a:xfrm>
            <a:custGeom>
              <a:rect b="b" l="l" r="r" t="t"/>
              <a:pathLst>
                <a:path extrusionOk="0" h="11533" w="13758">
                  <a:moveTo>
                    <a:pt x="6582" y="595"/>
                  </a:moveTo>
                  <a:lnTo>
                    <a:pt x="6582" y="8755"/>
                  </a:lnTo>
                  <a:lnTo>
                    <a:pt x="1026" y="8755"/>
                  </a:lnTo>
                  <a:lnTo>
                    <a:pt x="1026" y="1107"/>
                  </a:lnTo>
                  <a:cubicBezTo>
                    <a:pt x="1026" y="851"/>
                    <a:pt x="1282" y="595"/>
                    <a:pt x="1579" y="595"/>
                  </a:cubicBezTo>
                  <a:close/>
                  <a:moveTo>
                    <a:pt x="12179" y="595"/>
                  </a:moveTo>
                  <a:cubicBezTo>
                    <a:pt x="12477" y="595"/>
                    <a:pt x="12733" y="810"/>
                    <a:pt x="12733" y="1107"/>
                  </a:cubicBezTo>
                  <a:lnTo>
                    <a:pt x="12733" y="8755"/>
                  </a:lnTo>
                  <a:lnTo>
                    <a:pt x="7177" y="8755"/>
                  </a:lnTo>
                  <a:lnTo>
                    <a:pt x="7177" y="595"/>
                  </a:lnTo>
                  <a:close/>
                  <a:moveTo>
                    <a:pt x="13163" y="9349"/>
                  </a:moveTo>
                  <a:lnTo>
                    <a:pt x="13163" y="9995"/>
                  </a:lnTo>
                  <a:cubicBezTo>
                    <a:pt x="13163" y="10508"/>
                    <a:pt x="12774" y="10938"/>
                    <a:pt x="12261" y="10938"/>
                  </a:cubicBezTo>
                  <a:lnTo>
                    <a:pt x="1497" y="10938"/>
                  </a:lnTo>
                  <a:cubicBezTo>
                    <a:pt x="985" y="10938"/>
                    <a:pt x="605" y="10508"/>
                    <a:pt x="605" y="9995"/>
                  </a:cubicBezTo>
                  <a:lnTo>
                    <a:pt x="605" y="9349"/>
                  </a:lnTo>
                  <a:close/>
                  <a:moveTo>
                    <a:pt x="1579" y="0"/>
                  </a:moveTo>
                  <a:cubicBezTo>
                    <a:pt x="985" y="0"/>
                    <a:pt x="472" y="513"/>
                    <a:pt x="472" y="1107"/>
                  </a:cubicBezTo>
                  <a:lnTo>
                    <a:pt x="472" y="8755"/>
                  </a:lnTo>
                  <a:lnTo>
                    <a:pt x="298" y="8755"/>
                  </a:lnTo>
                  <a:cubicBezTo>
                    <a:pt x="134" y="8755"/>
                    <a:pt x="0" y="8888"/>
                    <a:pt x="0" y="9052"/>
                  </a:cubicBezTo>
                  <a:lnTo>
                    <a:pt x="0" y="9995"/>
                  </a:lnTo>
                  <a:cubicBezTo>
                    <a:pt x="0" y="10846"/>
                    <a:pt x="687" y="11533"/>
                    <a:pt x="1497" y="11533"/>
                  </a:cubicBezTo>
                  <a:lnTo>
                    <a:pt x="12261" y="11533"/>
                  </a:lnTo>
                  <a:cubicBezTo>
                    <a:pt x="13071" y="11533"/>
                    <a:pt x="13758" y="10846"/>
                    <a:pt x="13758" y="9995"/>
                  </a:cubicBezTo>
                  <a:lnTo>
                    <a:pt x="13758" y="9052"/>
                  </a:lnTo>
                  <a:cubicBezTo>
                    <a:pt x="13758" y="8888"/>
                    <a:pt x="13625" y="8755"/>
                    <a:pt x="13461" y="8755"/>
                  </a:cubicBezTo>
                  <a:lnTo>
                    <a:pt x="13286" y="8755"/>
                  </a:lnTo>
                  <a:lnTo>
                    <a:pt x="13286" y="1107"/>
                  </a:lnTo>
                  <a:cubicBezTo>
                    <a:pt x="13286" y="513"/>
                    <a:pt x="12815" y="0"/>
                    <a:pt x="1217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39"/>
            <p:cNvSpPr/>
            <p:nvPr/>
          </p:nvSpPr>
          <p:spPr>
            <a:xfrm>
              <a:off x="7851463" y="2048350"/>
              <a:ext cx="48975" cy="58700"/>
            </a:xfrm>
            <a:custGeom>
              <a:rect b="b" l="l" r="r" t="t"/>
              <a:pathLst>
                <a:path extrusionOk="0" h="2348" w="1959">
                  <a:moveTo>
                    <a:pt x="338" y="0"/>
                  </a:moveTo>
                  <a:cubicBezTo>
                    <a:pt x="164" y="0"/>
                    <a:pt x="41" y="82"/>
                    <a:pt x="41" y="256"/>
                  </a:cubicBezTo>
                  <a:cubicBezTo>
                    <a:pt x="0" y="420"/>
                    <a:pt x="164" y="595"/>
                    <a:pt x="338" y="595"/>
                  </a:cubicBezTo>
                  <a:lnTo>
                    <a:pt x="677" y="595"/>
                  </a:lnTo>
                  <a:lnTo>
                    <a:pt x="677" y="2050"/>
                  </a:lnTo>
                  <a:cubicBezTo>
                    <a:pt x="677" y="2173"/>
                    <a:pt x="810" y="2307"/>
                    <a:pt x="933" y="2348"/>
                  </a:cubicBezTo>
                  <a:cubicBezTo>
                    <a:pt x="1107" y="2348"/>
                    <a:pt x="1281" y="2214"/>
                    <a:pt x="1281" y="2050"/>
                  </a:cubicBezTo>
                  <a:lnTo>
                    <a:pt x="1281" y="595"/>
                  </a:lnTo>
                  <a:lnTo>
                    <a:pt x="1620" y="595"/>
                  </a:lnTo>
                  <a:cubicBezTo>
                    <a:pt x="1794" y="595"/>
                    <a:pt x="1917" y="513"/>
                    <a:pt x="1917" y="338"/>
                  </a:cubicBezTo>
                  <a:cubicBezTo>
                    <a:pt x="1958" y="164"/>
                    <a:pt x="1835" y="0"/>
                    <a:pt x="1620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39"/>
            <p:cNvSpPr/>
            <p:nvPr/>
          </p:nvSpPr>
          <p:spPr>
            <a:xfrm>
              <a:off x="7905788" y="2092175"/>
              <a:ext cx="27950" cy="14875"/>
            </a:xfrm>
            <a:custGeom>
              <a:rect b="b" l="l" r="r" t="t"/>
              <a:pathLst>
                <a:path extrusionOk="0" h="595" w="1118">
                  <a:moveTo>
                    <a:pt x="349" y="0"/>
                  </a:moveTo>
                  <a:cubicBezTo>
                    <a:pt x="175" y="0"/>
                    <a:pt x="0" y="164"/>
                    <a:pt x="41" y="338"/>
                  </a:cubicBezTo>
                  <a:cubicBezTo>
                    <a:pt x="41" y="461"/>
                    <a:pt x="216" y="595"/>
                    <a:pt x="349" y="595"/>
                  </a:cubicBezTo>
                  <a:lnTo>
                    <a:pt x="769" y="595"/>
                  </a:lnTo>
                  <a:cubicBezTo>
                    <a:pt x="943" y="595"/>
                    <a:pt x="1118" y="420"/>
                    <a:pt x="1067" y="256"/>
                  </a:cubicBezTo>
                  <a:cubicBezTo>
                    <a:pt x="1026" y="82"/>
                    <a:pt x="902" y="0"/>
                    <a:pt x="76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39"/>
            <p:cNvSpPr/>
            <p:nvPr/>
          </p:nvSpPr>
          <p:spPr>
            <a:xfrm>
              <a:off x="7851463" y="2135725"/>
              <a:ext cx="82275" cy="15150"/>
            </a:xfrm>
            <a:custGeom>
              <a:rect b="b" l="l" r="r" t="t"/>
              <a:pathLst>
                <a:path extrusionOk="0" h="606" w="3291">
                  <a:moveTo>
                    <a:pt x="338" y="1"/>
                  </a:moveTo>
                  <a:cubicBezTo>
                    <a:pt x="123" y="1"/>
                    <a:pt x="0" y="175"/>
                    <a:pt x="41" y="349"/>
                  </a:cubicBezTo>
                  <a:cubicBezTo>
                    <a:pt x="41" y="472"/>
                    <a:pt x="164" y="606"/>
                    <a:pt x="338" y="606"/>
                  </a:cubicBezTo>
                  <a:lnTo>
                    <a:pt x="2942" y="606"/>
                  </a:lnTo>
                  <a:cubicBezTo>
                    <a:pt x="3116" y="606"/>
                    <a:pt x="3291" y="431"/>
                    <a:pt x="3240" y="257"/>
                  </a:cubicBezTo>
                  <a:cubicBezTo>
                    <a:pt x="3199" y="93"/>
                    <a:pt x="3075" y="1"/>
                    <a:pt x="294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39"/>
            <p:cNvSpPr/>
            <p:nvPr/>
          </p:nvSpPr>
          <p:spPr>
            <a:xfrm>
              <a:off x="8004188" y="2048350"/>
              <a:ext cx="82050" cy="14875"/>
            </a:xfrm>
            <a:custGeom>
              <a:rect b="b" l="l" r="r" t="t"/>
              <a:pathLst>
                <a:path extrusionOk="0" h="595" w="3282">
                  <a:moveTo>
                    <a:pt x="339" y="0"/>
                  </a:moveTo>
                  <a:cubicBezTo>
                    <a:pt x="165" y="0"/>
                    <a:pt x="1" y="164"/>
                    <a:pt x="42" y="338"/>
                  </a:cubicBezTo>
                  <a:cubicBezTo>
                    <a:pt x="83" y="513"/>
                    <a:pt x="206" y="595"/>
                    <a:pt x="339" y="595"/>
                  </a:cubicBezTo>
                  <a:lnTo>
                    <a:pt x="2943" y="595"/>
                  </a:lnTo>
                  <a:cubicBezTo>
                    <a:pt x="3158" y="595"/>
                    <a:pt x="3281" y="420"/>
                    <a:pt x="3240" y="256"/>
                  </a:cubicBezTo>
                  <a:cubicBezTo>
                    <a:pt x="3240" y="82"/>
                    <a:pt x="3117" y="0"/>
                    <a:pt x="294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39"/>
            <p:cNvSpPr/>
            <p:nvPr/>
          </p:nvSpPr>
          <p:spPr>
            <a:xfrm>
              <a:off x="8004188" y="2092175"/>
              <a:ext cx="82050" cy="14875"/>
            </a:xfrm>
            <a:custGeom>
              <a:rect b="b" l="l" r="r" t="t"/>
              <a:pathLst>
                <a:path extrusionOk="0" h="595" w="3282">
                  <a:moveTo>
                    <a:pt x="339" y="0"/>
                  </a:moveTo>
                  <a:cubicBezTo>
                    <a:pt x="165" y="0"/>
                    <a:pt x="1" y="164"/>
                    <a:pt x="42" y="338"/>
                  </a:cubicBezTo>
                  <a:cubicBezTo>
                    <a:pt x="83" y="461"/>
                    <a:pt x="206" y="595"/>
                    <a:pt x="339" y="595"/>
                  </a:cubicBezTo>
                  <a:lnTo>
                    <a:pt x="2943" y="595"/>
                  </a:lnTo>
                  <a:cubicBezTo>
                    <a:pt x="3158" y="595"/>
                    <a:pt x="3281" y="420"/>
                    <a:pt x="3240" y="256"/>
                  </a:cubicBezTo>
                  <a:cubicBezTo>
                    <a:pt x="3240" y="82"/>
                    <a:pt x="3117" y="0"/>
                    <a:pt x="294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39"/>
            <p:cNvSpPr/>
            <p:nvPr/>
          </p:nvSpPr>
          <p:spPr>
            <a:xfrm>
              <a:off x="8004188" y="2135725"/>
              <a:ext cx="82050" cy="15150"/>
            </a:xfrm>
            <a:custGeom>
              <a:rect b="b" l="l" r="r" t="t"/>
              <a:pathLst>
                <a:path extrusionOk="0" h="606" w="3282">
                  <a:moveTo>
                    <a:pt x="339" y="1"/>
                  </a:moveTo>
                  <a:cubicBezTo>
                    <a:pt x="165" y="1"/>
                    <a:pt x="1" y="175"/>
                    <a:pt x="42" y="349"/>
                  </a:cubicBezTo>
                  <a:cubicBezTo>
                    <a:pt x="83" y="472"/>
                    <a:pt x="206" y="606"/>
                    <a:pt x="339" y="606"/>
                  </a:cubicBezTo>
                  <a:lnTo>
                    <a:pt x="2943" y="606"/>
                  </a:lnTo>
                  <a:cubicBezTo>
                    <a:pt x="3158" y="606"/>
                    <a:pt x="3281" y="431"/>
                    <a:pt x="3240" y="257"/>
                  </a:cubicBezTo>
                  <a:cubicBezTo>
                    <a:pt x="3240" y="93"/>
                    <a:pt x="3117" y="1"/>
                    <a:pt x="294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39"/>
            <p:cNvSpPr/>
            <p:nvPr/>
          </p:nvSpPr>
          <p:spPr>
            <a:xfrm>
              <a:off x="8004188" y="2179550"/>
              <a:ext cx="82050" cy="15150"/>
            </a:xfrm>
            <a:custGeom>
              <a:rect b="b" l="l" r="r" t="t"/>
              <a:pathLst>
                <a:path extrusionOk="0" h="606" w="3282">
                  <a:moveTo>
                    <a:pt x="339" y="1"/>
                  </a:moveTo>
                  <a:cubicBezTo>
                    <a:pt x="165" y="1"/>
                    <a:pt x="1" y="175"/>
                    <a:pt x="42" y="349"/>
                  </a:cubicBezTo>
                  <a:cubicBezTo>
                    <a:pt x="83" y="472"/>
                    <a:pt x="206" y="606"/>
                    <a:pt x="339" y="606"/>
                  </a:cubicBezTo>
                  <a:lnTo>
                    <a:pt x="2943" y="606"/>
                  </a:lnTo>
                  <a:cubicBezTo>
                    <a:pt x="3158" y="606"/>
                    <a:pt x="3281" y="431"/>
                    <a:pt x="3240" y="257"/>
                  </a:cubicBezTo>
                  <a:cubicBezTo>
                    <a:pt x="3240" y="93"/>
                    <a:pt x="3117" y="1"/>
                    <a:pt x="294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39"/>
            <p:cNvSpPr/>
            <p:nvPr/>
          </p:nvSpPr>
          <p:spPr>
            <a:xfrm>
              <a:off x="7851463" y="2179550"/>
              <a:ext cx="82275" cy="15150"/>
            </a:xfrm>
            <a:custGeom>
              <a:rect b="b" l="l" r="r" t="t"/>
              <a:pathLst>
                <a:path extrusionOk="0" h="606" w="3291">
                  <a:moveTo>
                    <a:pt x="338" y="1"/>
                  </a:moveTo>
                  <a:cubicBezTo>
                    <a:pt x="123" y="1"/>
                    <a:pt x="0" y="175"/>
                    <a:pt x="41" y="349"/>
                  </a:cubicBezTo>
                  <a:cubicBezTo>
                    <a:pt x="41" y="472"/>
                    <a:pt x="164" y="606"/>
                    <a:pt x="338" y="606"/>
                  </a:cubicBezTo>
                  <a:lnTo>
                    <a:pt x="2942" y="606"/>
                  </a:lnTo>
                  <a:cubicBezTo>
                    <a:pt x="3116" y="606"/>
                    <a:pt x="3291" y="431"/>
                    <a:pt x="3240" y="257"/>
                  </a:cubicBezTo>
                  <a:cubicBezTo>
                    <a:pt x="3199" y="93"/>
                    <a:pt x="3075" y="1"/>
                    <a:pt x="2942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1" name="Google Shape;451;p39"/>
          <p:cNvCxnSpPr>
            <a:stCxn id="417" idx="2"/>
          </p:cNvCxnSpPr>
          <p:nvPr/>
        </p:nvCxnSpPr>
        <p:spPr>
          <a:xfrm>
            <a:off x="1632825" y="1725525"/>
            <a:ext cx="0" cy="3441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39"/>
          <p:cNvCxnSpPr>
            <a:stCxn id="416" idx="2"/>
          </p:cNvCxnSpPr>
          <p:nvPr/>
        </p:nvCxnSpPr>
        <p:spPr>
          <a:xfrm>
            <a:off x="2242425" y="2898275"/>
            <a:ext cx="0" cy="229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39"/>
          <p:cNvCxnSpPr>
            <a:stCxn id="415" idx="2"/>
          </p:cNvCxnSpPr>
          <p:nvPr/>
        </p:nvCxnSpPr>
        <p:spPr>
          <a:xfrm>
            <a:off x="2852025" y="4042838"/>
            <a:ext cx="0" cy="118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0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000"/>
              <a:t>Prompt Engineering</a:t>
            </a:r>
            <a:endParaRPr/>
          </a:p>
        </p:txBody>
      </p:sp>
      <p:sp>
        <p:nvSpPr>
          <p:cNvPr id="459" name="Google Shape;459;p40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Techniques for building deceptive AI characters</a:t>
            </a:r>
            <a:endParaRPr/>
          </a:p>
        </p:txBody>
      </p:sp>
      <p:sp>
        <p:nvSpPr>
          <p:cNvPr id="460" name="Google Shape;460;p40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Prompt Engineering Techniques</a:t>
            </a:r>
            <a:endParaRPr/>
          </a:p>
        </p:txBody>
      </p:sp>
      <p:sp>
        <p:nvSpPr>
          <p:cNvPr id="466" name="Google Shape;466;p41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Explicit forbidden phrases that agents must never say, even paraphrased</a:t>
            </a:r>
            <a:endParaRPr/>
          </a:p>
        </p:txBody>
      </p:sp>
      <p:sp>
        <p:nvSpPr>
          <p:cNvPr id="467" name="Google Shape;467;p41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Public info, private secrets, and persona traits in structured prompts</a:t>
            </a:r>
            <a:endParaRPr/>
          </a:p>
        </p:txBody>
      </p:sp>
      <p:sp>
        <p:nvSpPr>
          <p:cNvPr id="468" name="Google Shape;468;p41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Raw response → Critique check → Safe output to prevent accidental leaks</a:t>
            </a:r>
            <a:endParaRPr/>
          </a:p>
        </p:txBody>
      </p:sp>
      <p:sp>
        <p:nvSpPr>
          <p:cNvPr id="469" name="Google Shape;469;p41"/>
          <p:cNvSpPr txBox="1"/>
          <p:nvPr>
            <p:ph idx="4" type="subTitle"/>
          </p:nvPr>
        </p:nvSpPr>
        <p:spPr>
          <a:xfrm>
            <a:off x="977801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Hard Redlines</a:t>
            </a:r>
            <a:endParaRPr/>
          </a:p>
        </p:txBody>
      </p:sp>
      <p:sp>
        <p:nvSpPr>
          <p:cNvPr id="470" name="Google Shape;470;p41"/>
          <p:cNvSpPr txBox="1"/>
          <p:nvPr>
            <p:ph idx="5" type="subTitle"/>
          </p:nvPr>
        </p:nvSpPr>
        <p:spPr>
          <a:xfrm>
            <a:off x="3450748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Layered Context</a:t>
            </a:r>
            <a:endParaRPr/>
          </a:p>
        </p:txBody>
      </p:sp>
      <p:sp>
        <p:nvSpPr>
          <p:cNvPr id="471" name="Google Shape;471;p41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Two-Pass Filter</a:t>
            </a:r>
            <a:endParaRPr/>
          </a:p>
        </p:txBody>
      </p:sp>
      <p:grpSp>
        <p:nvGrpSpPr>
          <p:cNvPr id="472" name="Google Shape;472;p41"/>
          <p:cNvGrpSpPr/>
          <p:nvPr/>
        </p:nvGrpSpPr>
        <p:grpSpPr>
          <a:xfrm>
            <a:off x="1987939" y="1746050"/>
            <a:ext cx="222225" cy="345000"/>
            <a:chOff x="1063938" y="3093725"/>
            <a:chExt cx="222225" cy="345000"/>
          </a:xfrm>
        </p:grpSpPr>
        <p:sp>
          <p:nvSpPr>
            <p:cNvPr id="473" name="Google Shape;473;p41"/>
            <p:cNvSpPr/>
            <p:nvPr/>
          </p:nvSpPr>
          <p:spPr>
            <a:xfrm>
              <a:off x="1063938" y="3093725"/>
              <a:ext cx="222225" cy="345000"/>
            </a:xfrm>
            <a:custGeom>
              <a:rect b="b" l="l" r="r" t="t"/>
              <a:pathLst>
                <a:path extrusionOk="0" h="13800" w="8889">
                  <a:moveTo>
                    <a:pt x="6326" y="595"/>
                  </a:moveTo>
                  <a:lnTo>
                    <a:pt x="6326" y="1282"/>
                  </a:lnTo>
                  <a:cubicBezTo>
                    <a:pt x="6326" y="1538"/>
                    <a:pt x="6110" y="1795"/>
                    <a:pt x="5813" y="1795"/>
                  </a:cubicBezTo>
                  <a:lnTo>
                    <a:pt x="3076" y="1795"/>
                  </a:lnTo>
                  <a:cubicBezTo>
                    <a:pt x="2779" y="1795"/>
                    <a:pt x="2563" y="1538"/>
                    <a:pt x="2563" y="1282"/>
                  </a:cubicBezTo>
                  <a:lnTo>
                    <a:pt x="2563" y="595"/>
                  </a:lnTo>
                  <a:close/>
                  <a:moveTo>
                    <a:pt x="7607" y="595"/>
                  </a:moveTo>
                  <a:cubicBezTo>
                    <a:pt x="7997" y="595"/>
                    <a:pt x="8294" y="893"/>
                    <a:pt x="8294" y="1282"/>
                  </a:cubicBezTo>
                  <a:lnTo>
                    <a:pt x="8294" y="11872"/>
                  </a:lnTo>
                  <a:cubicBezTo>
                    <a:pt x="8294" y="12600"/>
                    <a:pt x="7740" y="13194"/>
                    <a:pt x="7013" y="13194"/>
                  </a:cubicBezTo>
                  <a:lnTo>
                    <a:pt x="1928" y="13194"/>
                  </a:lnTo>
                  <a:cubicBezTo>
                    <a:pt x="1159" y="13194"/>
                    <a:pt x="605" y="12600"/>
                    <a:pt x="605" y="11872"/>
                  </a:cubicBezTo>
                  <a:lnTo>
                    <a:pt x="605" y="1661"/>
                  </a:lnTo>
                  <a:cubicBezTo>
                    <a:pt x="605" y="1067"/>
                    <a:pt x="1077" y="595"/>
                    <a:pt x="1631" y="595"/>
                  </a:cubicBezTo>
                  <a:lnTo>
                    <a:pt x="1969" y="595"/>
                  </a:lnTo>
                  <a:lnTo>
                    <a:pt x="1969" y="1497"/>
                  </a:lnTo>
                  <a:cubicBezTo>
                    <a:pt x="1969" y="1969"/>
                    <a:pt x="2358" y="2389"/>
                    <a:pt x="2871" y="2389"/>
                  </a:cubicBezTo>
                  <a:lnTo>
                    <a:pt x="6367" y="2389"/>
                  </a:lnTo>
                  <a:cubicBezTo>
                    <a:pt x="6664" y="2389"/>
                    <a:pt x="6920" y="2133"/>
                    <a:pt x="6920" y="1795"/>
                  </a:cubicBezTo>
                  <a:lnTo>
                    <a:pt x="6920" y="595"/>
                  </a:lnTo>
                  <a:close/>
                  <a:moveTo>
                    <a:pt x="1928" y="1"/>
                  </a:moveTo>
                  <a:cubicBezTo>
                    <a:pt x="862" y="1"/>
                    <a:pt x="1" y="852"/>
                    <a:pt x="1" y="1918"/>
                  </a:cubicBezTo>
                  <a:lnTo>
                    <a:pt x="1" y="11872"/>
                  </a:lnTo>
                  <a:cubicBezTo>
                    <a:pt x="1" y="12938"/>
                    <a:pt x="862" y="13799"/>
                    <a:pt x="1928" y="13799"/>
                  </a:cubicBezTo>
                  <a:lnTo>
                    <a:pt x="7013" y="13799"/>
                  </a:lnTo>
                  <a:cubicBezTo>
                    <a:pt x="8038" y="13799"/>
                    <a:pt x="8889" y="12938"/>
                    <a:pt x="8889" y="11872"/>
                  </a:cubicBezTo>
                  <a:lnTo>
                    <a:pt x="8889" y="1918"/>
                  </a:lnTo>
                  <a:cubicBezTo>
                    <a:pt x="8889" y="852"/>
                    <a:pt x="8038" y="1"/>
                    <a:pt x="701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1"/>
            <p:cNvSpPr/>
            <p:nvPr/>
          </p:nvSpPr>
          <p:spPr>
            <a:xfrm>
              <a:off x="1106738" y="3182400"/>
              <a:ext cx="59750" cy="58725"/>
            </a:xfrm>
            <a:custGeom>
              <a:rect b="b" l="l" r="r" t="t"/>
              <a:pathLst>
                <a:path extrusionOk="0" h="2349" w="2390">
                  <a:moveTo>
                    <a:pt x="339" y="1"/>
                  </a:moveTo>
                  <a:cubicBezTo>
                    <a:pt x="175" y="1"/>
                    <a:pt x="42" y="83"/>
                    <a:pt x="1" y="257"/>
                  </a:cubicBezTo>
                  <a:cubicBezTo>
                    <a:pt x="1" y="421"/>
                    <a:pt x="134" y="595"/>
                    <a:pt x="298" y="595"/>
                  </a:cubicBezTo>
                  <a:lnTo>
                    <a:pt x="903" y="595"/>
                  </a:lnTo>
                  <a:lnTo>
                    <a:pt x="903" y="2051"/>
                  </a:lnTo>
                  <a:cubicBezTo>
                    <a:pt x="903" y="2174"/>
                    <a:pt x="985" y="2307"/>
                    <a:pt x="1159" y="2348"/>
                  </a:cubicBezTo>
                  <a:cubicBezTo>
                    <a:pt x="1323" y="2348"/>
                    <a:pt x="1497" y="2215"/>
                    <a:pt x="1497" y="2051"/>
                  </a:cubicBezTo>
                  <a:lnTo>
                    <a:pt x="1497" y="595"/>
                  </a:lnTo>
                  <a:lnTo>
                    <a:pt x="2051" y="595"/>
                  </a:lnTo>
                  <a:cubicBezTo>
                    <a:pt x="2225" y="595"/>
                    <a:pt x="2348" y="472"/>
                    <a:pt x="2348" y="339"/>
                  </a:cubicBezTo>
                  <a:cubicBezTo>
                    <a:pt x="2389" y="165"/>
                    <a:pt x="2225" y="1"/>
                    <a:pt x="2051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1"/>
            <p:cNvSpPr/>
            <p:nvPr/>
          </p:nvSpPr>
          <p:spPr>
            <a:xfrm>
              <a:off x="1194388" y="3182400"/>
              <a:ext cx="48975" cy="14900"/>
            </a:xfrm>
            <a:custGeom>
              <a:rect b="b" l="l" r="r" t="t"/>
              <a:pathLst>
                <a:path extrusionOk="0" h="596" w="1959">
                  <a:moveTo>
                    <a:pt x="339" y="1"/>
                  </a:moveTo>
                  <a:cubicBezTo>
                    <a:pt x="124" y="1"/>
                    <a:pt x="1" y="165"/>
                    <a:pt x="42" y="339"/>
                  </a:cubicBezTo>
                  <a:cubicBezTo>
                    <a:pt x="42" y="472"/>
                    <a:pt x="165" y="595"/>
                    <a:pt x="339" y="595"/>
                  </a:cubicBezTo>
                  <a:lnTo>
                    <a:pt x="1620" y="595"/>
                  </a:lnTo>
                  <a:cubicBezTo>
                    <a:pt x="1795" y="595"/>
                    <a:pt x="1959" y="421"/>
                    <a:pt x="1918" y="257"/>
                  </a:cubicBezTo>
                  <a:cubicBezTo>
                    <a:pt x="1918" y="83"/>
                    <a:pt x="1754" y="1"/>
                    <a:pt x="162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1"/>
            <p:cNvSpPr/>
            <p:nvPr/>
          </p:nvSpPr>
          <p:spPr>
            <a:xfrm>
              <a:off x="1194388" y="3226225"/>
              <a:ext cx="48975" cy="14900"/>
            </a:xfrm>
            <a:custGeom>
              <a:rect b="b" l="l" r="r" t="t"/>
              <a:pathLst>
                <a:path extrusionOk="0" h="596" w="1959">
                  <a:moveTo>
                    <a:pt x="339" y="1"/>
                  </a:moveTo>
                  <a:cubicBezTo>
                    <a:pt x="124" y="1"/>
                    <a:pt x="1" y="165"/>
                    <a:pt x="42" y="339"/>
                  </a:cubicBezTo>
                  <a:cubicBezTo>
                    <a:pt x="42" y="513"/>
                    <a:pt x="165" y="595"/>
                    <a:pt x="339" y="595"/>
                  </a:cubicBezTo>
                  <a:lnTo>
                    <a:pt x="1620" y="595"/>
                  </a:lnTo>
                  <a:cubicBezTo>
                    <a:pt x="1795" y="595"/>
                    <a:pt x="1959" y="462"/>
                    <a:pt x="1918" y="257"/>
                  </a:cubicBezTo>
                  <a:cubicBezTo>
                    <a:pt x="1918" y="124"/>
                    <a:pt x="1754" y="1"/>
                    <a:pt x="162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1"/>
            <p:cNvSpPr/>
            <p:nvPr/>
          </p:nvSpPr>
          <p:spPr>
            <a:xfrm>
              <a:off x="1106738" y="3269800"/>
              <a:ext cx="136625" cy="15150"/>
            </a:xfrm>
            <a:custGeom>
              <a:rect b="b" l="l" r="r" t="t"/>
              <a:pathLst>
                <a:path extrusionOk="0" h="606" w="5465">
                  <a:moveTo>
                    <a:pt x="339" y="0"/>
                  </a:moveTo>
                  <a:cubicBezTo>
                    <a:pt x="134" y="0"/>
                    <a:pt x="1" y="175"/>
                    <a:pt x="42" y="349"/>
                  </a:cubicBezTo>
                  <a:cubicBezTo>
                    <a:pt x="42" y="513"/>
                    <a:pt x="175" y="605"/>
                    <a:pt x="339" y="605"/>
                  </a:cubicBezTo>
                  <a:lnTo>
                    <a:pt x="5126" y="605"/>
                  </a:lnTo>
                  <a:cubicBezTo>
                    <a:pt x="5301" y="605"/>
                    <a:pt x="5465" y="431"/>
                    <a:pt x="5424" y="257"/>
                  </a:cubicBezTo>
                  <a:cubicBezTo>
                    <a:pt x="5424" y="134"/>
                    <a:pt x="5260" y="0"/>
                    <a:pt x="512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1"/>
            <p:cNvSpPr/>
            <p:nvPr/>
          </p:nvSpPr>
          <p:spPr>
            <a:xfrm>
              <a:off x="1106738" y="3313625"/>
              <a:ext cx="136625" cy="15150"/>
            </a:xfrm>
            <a:custGeom>
              <a:rect b="b" l="l" r="r" t="t"/>
              <a:pathLst>
                <a:path extrusionOk="0" h="606" w="5465">
                  <a:moveTo>
                    <a:pt x="339" y="0"/>
                  </a:moveTo>
                  <a:cubicBezTo>
                    <a:pt x="134" y="0"/>
                    <a:pt x="1" y="175"/>
                    <a:pt x="42" y="349"/>
                  </a:cubicBezTo>
                  <a:cubicBezTo>
                    <a:pt x="42" y="513"/>
                    <a:pt x="175" y="605"/>
                    <a:pt x="339" y="605"/>
                  </a:cubicBezTo>
                  <a:lnTo>
                    <a:pt x="5126" y="605"/>
                  </a:lnTo>
                  <a:cubicBezTo>
                    <a:pt x="5301" y="605"/>
                    <a:pt x="5465" y="431"/>
                    <a:pt x="5424" y="257"/>
                  </a:cubicBezTo>
                  <a:cubicBezTo>
                    <a:pt x="5424" y="134"/>
                    <a:pt x="5260" y="0"/>
                    <a:pt x="5126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1"/>
            <p:cNvSpPr/>
            <p:nvPr/>
          </p:nvSpPr>
          <p:spPr>
            <a:xfrm>
              <a:off x="1106738" y="3357450"/>
              <a:ext cx="136625" cy="14875"/>
            </a:xfrm>
            <a:custGeom>
              <a:rect b="b" l="l" r="r" t="t"/>
              <a:pathLst>
                <a:path extrusionOk="0" h="595" w="5465">
                  <a:moveTo>
                    <a:pt x="339" y="0"/>
                  </a:moveTo>
                  <a:cubicBezTo>
                    <a:pt x="134" y="0"/>
                    <a:pt x="1" y="175"/>
                    <a:pt x="42" y="339"/>
                  </a:cubicBezTo>
                  <a:cubicBezTo>
                    <a:pt x="42" y="513"/>
                    <a:pt x="175" y="595"/>
                    <a:pt x="339" y="595"/>
                  </a:cubicBezTo>
                  <a:lnTo>
                    <a:pt x="5126" y="595"/>
                  </a:lnTo>
                  <a:cubicBezTo>
                    <a:pt x="5301" y="595"/>
                    <a:pt x="5465" y="431"/>
                    <a:pt x="5424" y="257"/>
                  </a:cubicBezTo>
                  <a:cubicBezTo>
                    <a:pt x="5424" y="134"/>
                    <a:pt x="5260" y="0"/>
                    <a:pt x="5126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0" name="Google Shape;480;p41"/>
          <p:cNvGrpSpPr/>
          <p:nvPr/>
        </p:nvGrpSpPr>
        <p:grpSpPr>
          <a:xfrm>
            <a:off x="4399498" y="1746563"/>
            <a:ext cx="345000" cy="343975"/>
            <a:chOff x="1799738" y="3074500"/>
            <a:chExt cx="345000" cy="343975"/>
          </a:xfrm>
        </p:grpSpPr>
        <p:sp>
          <p:nvSpPr>
            <p:cNvPr id="481" name="Google Shape;481;p41"/>
            <p:cNvSpPr/>
            <p:nvPr/>
          </p:nvSpPr>
          <p:spPr>
            <a:xfrm>
              <a:off x="1799738" y="3272100"/>
              <a:ext cx="345000" cy="146375"/>
            </a:xfrm>
            <a:custGeom>
              <a:rect b="b" l="l" r="r" t="t"/>
              <a:pathLst>
                <a:path extrusionOk="0" h="5855" w="13800">
                  <a:moveTo>
                    <a:pt x="5424" y="595"/>
                  </a:moveTo>
                  <a:cubicBezTo>
                    <a:pt x="6070" y="595"/>
                    <a:pt x="6582" y="1149"/>
                    <a:pt x="6582" y="1795"/>
                  </a:cubicBezTo>
                  <a:lnTo>
                    <a:pt x="6582" y="2779"/>
                  </a:lnTo>
                  <a:cubicBezTo>
                    <a:pt x="6193" y="2523"/>
                    <a:pt x="5772" y="2389"/>
                    <a:pt x="5301" y="2389"/>
                  </a:cubicBezTo>
                  <a:lnTo>
                    <a:pt x="1067" y="2389"/>
                  </a:lnTo>
                  <a:lnTo>
                    <a:pt x="1067" y="1795"/>
                  </a:lnTo>
                  <a:cubicBezTo>
                    <a:pt x="1067" y="1497"/>
                    <a:pt x="1282" y="1241"/>
                    <a:pt x="1579" y="1241"/>
                  </a:cubicBezTo>
                  <a:cubicBezTo>
                    <a:pt x="2656" y="1241"/>
                    <a:pt x="3763" y="1067"/>
                    <a:pt x="4788" y="729"/>
                  </a:cubicBezTo>
                  <a:lnTo>
                    <a:pt x="4870" y="729"/>
                  </a:lnTo>
                  <a:cubicBezTo>
                    <a:pt x="5085" y="636"/>
                    <a:pt x="5219" y="595"/>
                    <a:pt x="5424" y="595"/>
                  </a:cubicBezTo>
                  <a:close/>
                  <a:moveTo>
                    <a:pt x="8417" y="595"/>
                  </a:moveTo>
                  <a:cubicBezTo>
                    <a:pt x="8591" y="595"/>
                    <a:pt x="8714" y="636"/>
                    <a:pt x="8930" y="729"/>
                  </a:cubicBezTo>
                  <a:lnTo>
                    <a:pt x="9012" y="729"/>
                  </a:lnTo>
                  <a:cubicBezTo>
                    <a:pt x="10037" y="1067"/>
                    <a:pt x="11113" y="1241"/>
                    <a:pt x="12220" y="1241"/>
                  </a:cubicBezTo>
                  <a:cubicBezTo>
                    <a:pt x="12518" y="1241"/>
                    <a:pt x="12733" y="1497"/>
                    <a:pt x="12733" y="1579"/>
                  </a:cubicBezTo>
                  <a:lnTo>
                    <a:pt x="12733" y="2389"/>
                  </a:lnTo>
                  <a:lnTo>
                    <a:pt x="8458" y="2389"/>
                  </a:lnTo>
                  <a:cubicBezTo>
                    <a:pt x="8038" y="2389"/>
                    <a:pt x="7566" y="2523"/>
                    <a:pt x="7177" y="2779"/>
                  </a:cubicBezTo>
                  <a:lnTo>
                    <a:pt x="7177" y="1795"/>
                  </a:lnTo>
                  <a:cubicBezTo>
                    <a:pt x="7177" y="1149"/>
                    <a:pt x="7730" y="595"/>
                    <a:pt x="8417" y="595"/>
                  </a:cubicBezTo>
                  <a:close/>
                  <a:moveTo>
                    <a:pt x="13205" y="2984"/>
                  </a:moveTo>
                  <a:lnTo>
                    <a:pt x="13205" y="4142"/>
                  </a:lnTo>
                  <a:lnTo>
                    <a:pt x="8243" y="4142"/>
                  </a:lnTo>
                  <a:cubicBezTo>
                    <a:pt x="7946" y="4142"/>
                    <a:pt x="7689" y="4358"/>
                    <a:pt x="7648" y="4655"/>
                  </a:cubicBezTo>
                  <a:cubicBezTo>
                    <a:pt x="7566" y="4993"/>
                    <a:pt x="7269" y="5290"/>
                    <a:pt x="6879" y="5290"/>
                  </a:cubicBezTo>
                  <a:cubicBezTo>
                    <a:pt x="6541" y="5290"/>
                    <a:pt x="6193" y="4993"/>
                    <a:pt x="6152" y="4655"/>
                  </a:cubicBezTo>
                  <a:cubicBezTo>
                    <a:pt x="6070" y="4358"/>
                    <a:pt x="5813" y="4142"/>
                    <a:pt x="5516" y="4142"/>
                  </a:cubicBezTo>
                  <a:lnTo>
                    <a:pt x="605" y="4142"/>
                  </a:lnTo>
                  <a:lnTo>
                    <a:pt x="605" y="2984"/>
                  </a:lnTo>
                  <a:lnTo>
                    <a:pt x="5301" y="2984"/>
                  </a:lnTo>
                  <a:cubicBezTo>
                    <a:pt x="5813" y="2984"/>
                    <a:pt x="6326" y="3199"/>
                    <a:pt x="6664" y="3548"/>
                  </a:cubicBezTo>
                  <a:cubicBezTo>
                    <a:pt x="6731" y="3609"/>
                    <a:pt x="6818" y="3640"/>
                    <a:pt x="6899" y="3640"/>
                  </a:cubicBezTo>
                  <a:cubicBezTo>
                    <a:pt x="6979" y="3640"/>
                    <a:pt x="7054" y="3609"/>
                    <a:pt x="7095" y="3548"/>
                  </a:cubicBezTo>
                  <a:cubicBezTo>
                    <a:pt x="7474" y="3199"/>
                    <a:pt x="7987" y="2984"/>
                    <a:pt x="8499" y="2984"/>
                  </a:cubicBezTo>
                  <a:close/>
                  <a:moveTo>
                    <a:pt x="5383" y="1"/>
                  </a:moveTo>
                  <a:cubicBezTo>
                    <a:pt x="5085" y="1"/>
                    <a:pt x="4870" y="83"/>
                    <a:pt x="4655" y="124"/>
                  </a:cubicBezTo>
                  <a:cubicBezTo>
                    <a:pt x="4614" y="165"/>
                    <a:pt x="4614" y="165"/>
                    <a:pt x="4573" y="165"/>
                  </a:cubicBezTo>
                  <a:cubicBezTo>
                    <a:pt x="3589" y="513"/>
                    <a:pt x="2605" y="636"/>
                    <a:pt x="1579" y="636"/>
                  </a:cubicBezTo>
                  <a:cubicBezTo>
                    <a:pt x="985" y="636"/>
                    <a:pt x="472" y="1149"/>
                    <a:pt x="472" y="1795"/>
                  </a:cubicBezTo>
                  <a:lnTo>
                    <a:pt x="472" y="2389"/>
                  </a:lnTo>
                  <a:lnTo>
                    <a:pt x="298" y="2389"/>
                  </a:lnTo>
                  <a:cubicBezTo>
                    <a:pt x="134" y="2389"/>
                    <a:pt x="1" y="2564"/>
                    <a:pt x="1" y="2687"/>
                  </a:cubicBezTo>
                  <a:lnTo>
                    <a:pt x="1" y="4440"/>
                  </a:lnTo>
                  <a:cubicBezTo>
                    <a:pt x="1" y="4614"/>
                    <a:pt x="134" y="4737"/>
                    <a:pt x="298" y="4737"/>
                  </a:cubicBezTo>
                  <a:lnTo>
                    <a:pt x="5516" y="4737"/>
                  </a:lnTo>
                  <a:cubicBezTo>
                    <a:pt x="5557" y="4737"/>
                    <a:pt x="5557" y="4737"/>
                    <a:pt x="5557" y="4778"/>
                  </a:cubicBezTo>
                  <a:cubicBezTo>
                    <a:pt x="5680" y="5424"/>
                    <a:pt x="6244" y="5854"/>
                    <a:pt x="6879" y="5854"/>
                  </a:cubicBezTo>
                  <a:cubicBezTo>
                    <a:pt x="7566" y="5854"/>
                    <a:pt x="8120" y="5424"/>
                    <a:pt x="8243" y="4778"/>
                  </a:cubicBezTo>
                  <a:lnTo>
                    <a:pt x="8243" y="4737"/>
                  </a:lnTo>
                  <a:lnTo>
                    <a:pt x="13502" y="4737"/>
                  </a:lnTo>
                  <a:cubicBezTo>
                    <a:pt x="13625" y="4737"/>
                    <a:pt x="13799" y="4614"/>
                    <a:pt x="13799" y="4440"/>
                  </a:cubicBezTo>
                  <a:lnTo>
                    <a:pt x="13799" y="2687"/>
                  </a:lnTo>
                  <a:cubicBezTo>
                    <a:pt x="13799" y="2564"/>
                    <a:pt x="13625" y="2389"/>
                    <a:pt x="13502" y="2389"/>
                  </a:cubicBezTo>
                  <a:lnTo>
                    <a:pt x="13287" y="2389"/>
                  </a:lnTo>
                  <a:lnTo>
                    <a:pt x="13287" y="1579"/>
                  </a:lnTo>
                  <a:cubicBezTo>
                    <a:pt x="13287" y="1364"/>
                    <a:pt x="13205" y="1190"/>
                    <a:pt x="13030" y="1026"/>
                  </a:cubicBezTo>
                  <a:cubicBezTo>
                    <a:pt x="12815" y="811"/>
                    <a:pt x="12477" y="636"/>
                    <a:pt x="12179" y="636"/>
                  </a:cubicBezTo>
                  <a:cubicBezTo>
                    <a:pt x="11154" y="636"/>
                    <a:pt x="10170" y="513"/>
                    <a:pt x="9186" y="165"/>
                  </a:cubicBezTo>
                  <a:cubicBezTo>
                    <a:pt x="9145" y="165"/>
                    <a:pt x="9145" y="165"/>
                    <a:pt x="9104" y="124"/>
                  </a:cubicBezTo>
                  <a:cubicBezTo>
                    <a:pt x="8889" y="83"/>
                    <a:pt x="8673" y="1"/>
                    <a:pt x="8376" y="1"/>
                  </a:cubicBezTo>
                  <a:cubicBezTo>
                    <a:pt x="7782" y="1"/>
                    <a:pt x="7218" y="339"/>
                    <a:pt x="6879" y="811"/>
                  </a:cubicBezTo>
                  <a:cubicBezTo>
                    <a:pt x="6582" y="339"/>
                    <a:pt x="6028" y="1"/>
                    <a:pt x="538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1"/>
            <p:cNvSpPr/>
            <p:nvPr/>
          </p:nvSpPr>
          <p:spPr>
            <a:xfrm>
              <a:off x="2062438" y="3124750"/>
              <a:ext cx="37450" cy="14875"/>
            </a:xfrm>
            <a:custGeom>
              <a:rect b="b" l="l" r="r" t="t"/>
              <a:pathLst>
                <a:path extrusionOk="0" h="595" w="1498">
                  <a:moveTo>
                    <a:pt x="349" y="0"/>
                  </a:moveTo>
                  <a:cubicBezTo>
                    <a:pt x="134" y="0"/>
                    <a:pt x="0" y="164"/>
                    <a:pt x="41" y="338"/>
                  </a:cubicBezTo>
                  <a:cubicBezTo>
                    <a:pt x="41" y="472"/>
                    <a:pt x="175" y="595"/>
                    <a:pt x="349" y="595"/>
                  </a:cubicBezTo>
                  <a:lnTo>
                    <a:pt x="1200" y="595"/>
                  </a:lnTo>
                  <a:cubicBezTo>
                    <a:pt x="1374" y="595"/>
                    <a:pt x="1497" y="420"/>
                    <a:pt x="1497" y="256"/>
                  </a:cubicBezTo>
                  <a:cubicBezTo>
                    <a:pt x="1497" y="123"/>
                    <a:pt x="1323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1"/>
            <p:cNvSpPr/>
            <p:nvPr/>
          </p:nvSpPr>
          <p:spPr>
            <a:xfrm>
              <a:off x="2050638" y="3074725"/>
              <a:ext cx="39750" cy="26450"/>
            </a:xfrm>
            <a:custGeom>
              <a:rect b="b" l="l" r="r" t="t"/>
              <a:pathLst>
                <a:path extrusionOk="0" h="1058" w="1590">
                  <a:moveTo>
                    <a:pt x="1229" y="0"/>
                  </a:moveTo>
                  <a:cubicBezTo>
                    <a:pt x="1190" y="0"/>
                    <a:pt x="1152" y="10"/>
                    <a:pt x="1118" y="33"/>
                  </a:cubicBezTo>
                  <a:lnTo>
                    <a:pt x="216" y="504"/>
                  </a:lnTo>
                  <a:cubicBezTo>
                    <a:pt x="93" y="586"/>
                    <a:pt x="1" y="761"/>
                    <a:pt x="93" y="884"/>
                  </a:cubicBezTo>
                  <a:cubicBezTo>
                    <a:pt x="134" y="1017"/>
                    <a:pt x="257" y="1058"/>
                    <a:pt x="349" y="1058"/>
                  </a:cubicBezTo>
                  <a:cubicBezTo>
                    <a:pt x="390" y="1058"/>
                    <a:pt x="431" y="1058"/>
                    <a:pt x="513" y="1017"/>
                  </a:cubicBezTo>
                  <a:lnTo>
                    <a:pt x="1375" y="545"/>
                  </a:lnTo>
                  <a:cubicBezTo>
                    <a:pt x="1498" y="504"/>
                    <a:pt x="1590" y="289"/>
                    <a:pt x="1498" y="166"/>
                  </a:cubicBezTo>
                  <a:cubicBezTo>
                    <a:pt x="1438" y="70"/>
                    <a:pt x="1331" y="0"/>
                    <a:pt x="122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2050638" y="3163175"/>
              <a:ext cx="39750" cy="25650"/>
            </a:xfrm>
            <a:custGeom>
              <a:rect b="b" l="l" r="r" t="t"/>
              <a:pathLst>
                <a:path extrusionOk="0" h="1026" w="1590">
                  <a:moveTo>
                    <a:pt x="338" y="1"/>
                  </a:moveTo>
                  <a:cubicBezTo>
                    <a:pt x="243" y="1"/>
                    <a:pt x="148" y="55"/>
                    <a:pt x="93" y="165"/>
                  </a:cubicBezTo>
                  <a:cubicBezTo>
                    <a:pt x="1" y="298"/>
                    <a:pt x="93" y="472"/>
                    <a:pt x="216" y="554"/>
                  </a:cubicBezTo>
                  <a:lnTo>
                    <a:pt x="1118" y="985"/>
                  </a:lnTo>
                  <a:cubicBezTo>
                    <a:pt x="1159" y="1026"/>
                    <a:pt x="1200" y="1026"/>
                    <a:pt x="1241" y="1026"/>
                  </a:cubicBezTo>
                  <a:cubicBezTo>
                    <a:pt x="1334" y="1026"/>
                    <a:pt x="1457" y="985"/>
                    <a:pt x="1498" y="852"/>
                  </a:cubicBezTo>
                  <a:cubicBezTo>
                    <a:pt x="1590" y="729"/>
                    <a:pt x="1498" y="554"/>
                    <a:pt x="1375" y="472"/>
                  </a:cubicBezTo>
                  <a:lnTo>
                    <a:pt x="472" y="42"/>
                  </a:lnTo>
                  <a:cubicBezTo>
                    <a:pt x="431" y="14"/>
                    <a:pt x="385" y="1"/>
                    <a:pt x="33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1"/>
            <p:cNvSpPr/>
            <p:nvPr/>
          </p:nvSpPr>
          <p:spPr>
            <a:xfrm>
              <a:off x="1843563" y="3124750"/>
              <a:ext cx="37450" cy="14875"/>
            </a:xfrm>
            <a:custGeom>
              <a:rect b="b" l="l" r="r" t="t"/>
              <a:pathLst>
                <a:path extrusionOk="0" h="595" w="1498">
                  <a:moveTo>
                    <a:pt x="339" y="0"/>
                  </a:moveTo>
                  <a:cubicBezTo>
                    <a:pt x="134" y="0"/>
                    <a:pt x="1" y="164"/>
                    <a:pt x="42" y="338"/>
                  </a:cubicBezTo>
                  <a:cubicBezTo>
                    <a:pt x="42" y="472"/>
                    <a:pt x="175" y="595"/>
                    <a:pt x="339" y="595"/>
                  </a:cubicBezTo>
                  <a:lnTo>
                    <a:pt x="1200" y="595"/>
                  </a:lnTo>
                  <a:cubicBezTo>
                    <a:pt x="1364" y="595"/>
                    <a:pt x="1497" y="420"/>
                    <a:pt x="1497" y="256"/>
                  </a:cubicBezTo>
                  <a:cubicBezTo>
                    <a:pt x="1497" y="123"/>
                    <a:pt x="1364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1"/>
            <p:cNvSpPr/>
            <p:nvPr/>
          </p:nvSpPr>
          <p:spPr>
            <a:xfrm>
              <a:off x="1854338" y="3074725"/>
              <a:ext cx="38450" cy="26450"/>
            </a:xfrm>
            <a:custGeom>
              <a:rect b="b" l="l" r="r" t="t"/>
              <a:pathLst>
                <a:path extrusionOk="0" h="1058" w="1538">
                  <a:moveTo>
                    <a:pt x="355" y="0"/>
                  </a:moveTo>
                  <a:cubicBezTo>
                    <a:pt x="249" y="0"/>
                    <a:pt x="142" y="70"/>
                    <a:pt x="82" y="166"/>
                  </a:cubicBezTo>
                  <a:cubicBezTo>
                    <a:pt x="0" y="289"/>
                    <a:pt x="41" y="504"/>
                    <a:pt x="215" y="545"/>
                  </a:cubicBezTo>
                  <a:lnTo>
                    <a:pt x="1066" y="1017"/>
                  </a:lnTo>
                  <a:cubicBezTo>
                    <a:pt x="1107" y="1058"/>
                    <a:pt x="1148" y="1058"/>
                    <a:pt x="1189" y="1058"/>
                  </a:cubicBezTo>
                  <a:cubicBezTo>
                    <a:pt x="1323" y="1058"/>
                    <a:pt x="1405" y="1017"/>
                    <a:pt x="1497" y="884"/>
                  </a:cubicBezTo>
                  <a:cubicBezTo>
                    <a:pt x="1538" y="761"/>
                    <a:pt x="1497" y="586"/>
                    <a:pt x="1364" y="504"/>
                  </a:cubicBezTo>
                  <a:lnTo>
                    <a:pt x="472" y="33"/>
                  </a:lnTo>
                  <a:cubicBezTo>
                    <a:pt x="435" y="10"/>
                    <a:pt x="395" y="0"/>
                    <a:pt x="35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1"/>
            <p:cNvSpPr/>
            <p:nvPr/>
          </p:nvSpPr>
          <p:spPr>
            <a:xfrm>
              <a:off x="1854338" y="3163175"/>
              <a:ext cx="38450" cy="25650"/>
            </a:xfrm>
            <a:custGeom>
              <a:rect b="b" l="l" r="r" t="t"/>
              <a:pathLst>
                <a:path extrusionOk="0" h="1026" w="1538">
                  <a:moveTo>
                    <a:pt x="1235" y="1"/>
                  </a:moveTo>
                  <a:cubicBezTo>
                    <a:pt x="1181" y="1"/>
                    <a:pt x="1124" y="14"/>
                    <a:pt x="1066" y="42"/>
                  </a:cubicBezTo>
                  <a:lnTo>
                    <a:pt x="215" y="472"/>
                  </a:lnTo>
                  <a:cubicBezTo>
                    <a:pt x="41" y="554"/>
                    <a:pt x="0" y="729"/>
                    <a:pt x="82" y="852"/>
                  </a:cubicBezTo>
                  <a:cubicBezTo>
                    <a:pt x="123" y="985"/>
                    <a:pt x="215" y="1026"/>
                    <a:pt x="338" y="1026"/>
                  </a:cubicBezTo>
                  <a:cubicBezTo>
                    <a:pt x="379" y="1026"/>
                    <a:pt x="421" y="1026"/>
                    <a:pt x="472" y="985"/>
                  </a:cubicBezTo>
                  <a:lnTo>
                    <a:pt x="1364" y="554"/>
                  </a:lnTo>
                  <a:cubicBezTo>
                    <a:pt x="1497" y="472"/>
                    <a:pt x="1538" y="298"/>
                    <a:pt x="1497" y="165"/>
                  </a:cubicBezTo>
                  <a:cubicBezTo>
                    <a:pt x="1435" y="55"/>
                    <a:pt x="1342" y="1"/>
                    <a:pt x="123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1"/>
            <p:cNvSpPr/>
            <p:nvPr/>
          </p:nvSpPr>
          <p:spPr>
            <a:xfrm>
              <a:off x="1916088" y="3074500"/>
              <a:ext cx="113300" cy="174100"/>
            </a:xfrm>
            <a:custGeom>
              <a:rect b="b" l="l" r="r" t="t"/>
              <a:pathLst>
                <a:path extrusionOk="0" h="6964" w="4532">
                  <a:moveTo>
                    <a:pt x="2225" y="595"/>
                  </a:moveTo>
                  <a:cubicBezTo>
                    <a:pt x="3169" y="595"/>
                    <a:pt x="3937" y="1364"/>
                    <a:pt x="3937" y="2307"/>
                  </a:cubicBezTo>
                  <a:cubicBezTo>
                    <a:pt x="3937" y="2687"/>
                    <a:pt x="3804" y="3035"/>
                    <a:pt x="3548" y="3333"/>
                  </a:cubicBezTo>
                  <a:cubicBezTo>
                    <a:pt x="3210" y="3763"/>
                    <a:pt x="2994" y="4276"/>
                    <a:pt x="2871" y="4870"/>
                  </a:cubicBezTo>
                  <a:lnTo>
                    <a:pt x="1631" y="4870"/>
                  </a:lnTo>
                  <a:cubicBezTo>
                    <a:pt x="1498" y="4317"/>
                    <a:pt x="1282" y="3804"/>
                    <a:pt x="903" y="3333"/>
                  </a:cubicBezTo>
                  <a:cubicBezTo>
                    <a:pt x="688" y="3035"/>
                    <a:pt x="565" y="2687"/>
                    <a:pt x="565" y="2307"/>
                  </a:cubicBezTo>
                  <a:cubicBezTo>
                    <a:pt x="565" y="1364"/>
                    <a:pt x="1333" y="595"/>
                    <a:pt x="2225" y="595"/>
                  </a:cubicBezTo>
                  <a:close/>
                  <a:moveTo>
                    <a:pt x="2820" y="5424"/>
                  </a:moveTo>
                  <a:lnTo>
                    <a:pt x="2820" y="5813"/>
                  </a:lnTo>
                  <a:cubicBezTo>
                    <a:pt x="2820" y="6111"/>
                    <a:pt x="2564" y="6367"/>
                    <a:pt x="2266" y="6367"/>
                  </a:cubicBezTo>
                  <a:cubicBezTo>
                    <a:pt x="1928" y="6367"/>
                    <a:pt x="1672" y="6111"/>
                    <a:pt x="1672" y="5813"/>
                  </a:cubicBezTo>
                  <a:lnTo>
                    <a:pt x="1672" y="5424"/>
                  </a:lnTo>
                  <a:close/>
                  <a:moveTo>
                    <a:pt x="2225" y="1"/>
                  </a:moveTo>
                  <a:cubicBezTo>
                    <a:pt x="1631" y="1"/>
                    <a:pt x="1077" y="257"/>
                    <a:pt x="647" y="688"/>
                  </a:cubicBezTo>
                  <a:cubicBezTo>
                    <a:pt x="216" y="1108"/>
                    <a:pt x="1" y="1713"/>
                    <a:pt x="1" y="2307"/>
                  </a:cubicBezTo>
                  <a:cubicBezTo>
                    <a:pt x="1" y="2820"/>
                    <a:pt x="134" y="3292"/>
                    <a:pt x="472" y="3671"/>
                  </a:cubicBezTo>
                  <a:cubicBezTo>
                    <a:pt x="770" y="4101"/>
                    <a:pt x="985" y="4614"/>
                    <a:pt x="1077" y="5086"/>
                  </a:cubicBezTo>
                  <a:lnTo>
                    <a:pt x="1077" y="5168"/>
                  </a:lnTo>
                  <a:lnTo>
                    <a:pt x="1077" y="5762"/>
                  </a:lnTo>
                  <a:cubicBezTo>
                    <a:pt x="1077" y="6425"/>
                    <a:pt x="1593" y="6964"/>
                    <a:pt x="2237" y="6964"/>
                  </a:cubicBezTo>
                  <a:cubicBezTo>
                    <a:pt x="2260" y="6964"/>
                    <a:pt x="2284" y="6963"/>
                    <a:pt x="2307" y="6962"/>
                  </a:cubicBezTo>
                  <a:cubicBezTo>
                    <a:pt x="2953" y="6921"/>
                    <a:pt x="3425" y="6408"/>
                    <a:pt x="3425" y="5813"/>
                  </a:cubicBezTo>
                  <a:lnTo>
                    <a:pt x="3425" y="5168"/>
                  </a:lnTo>
                  <a:lnTo>
                    <a:pt x="3425" y="5127"/>
                  </a:lnTo>
                  <a:cubicBezTo>
                    <a:pt x="3507" y="4614"/>
                    <a:pt x="3722" y="4101"/>
                    <a:pt x="4019" y="3712"/>
                  </a:cubicBezTo>
                  <a:cubicBezTo>
                    <a:pt x="4358" y="3292"/>
                    <a:pt x="4532" y="2820"/>
                    <a:pt x="4532" y="2307"/>
                  </a:cubicBezTo>
                  <a:cubicBezTo>
                    <a:pt x="4532" y="1713"/>
                    <a:pt x="4276" y="1108"/>
                    <a:pt x="3845" y="688"/>
                  </a:cubicBezTo>
                  <a:cubicBezTo>
                    <a:pt x="3425" y="257"/>
                    <a:pt x="2871" y="1"/>
                    <a:pt x="2266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9" name="Google Shape;489;p41"/>
          <p:cNvGrpSpPr/>
          <p:nvPr/>
        </p:nvGrpSpPr>
        <p:grpSpPr>
          <a:xfrm>
            <a:off x="6872438" y="1746038"/>
            <a:ext cx="345000" cy="345050"/>
            <a:chOff x="6980063" y="2520150"/>
            <a:chExt cx="345000" cy="345050"/>
          </a:xfrm>
        </p:grpSpPr>
        <p:sp>
          <p:nvSpPr>
            <p:cNvPr id="490" name="Google Shape;490;p41"/>
            <p:cNvSpPr/>
            <p:nvPr/>
          </p:nvSpPr>
          <p:spPr>
            <a:xfrm>
              <a:off x="7043113" y="2565000"/>
              <a:ext cx="218900" cy="36625"/>
            </a:xfrm>
            <a:custGeom>
              <a:rect b="b" l="l" r="r" t="t"/>
              <a:pathLst>
                <a:path extrusionOk="0" h="1465" w="8756">
                  <a:moveTo>
                    <a:pt x="1" y="1"/>
                  </a:moveTo>
                  <a:lnTo>
                    <a:pt x="1" y="606"/>
                  </a:lnTo>
                  <a:lnTo>
                    <a:pt x="1918" y="606"/>
                  </a:lnTo>
                  <a:lnTo>
                    <a:pt x="1918" y="1159"/>
                  </a:lnTo>
                  <a:cubicBezTo>
                    <a:pt x="1918" y="1334"/>
                    <a:pt x="2000" y="1457"/>
                    <a:pt x="2133" y="1457"/>
                  </a:cubicBezTo>
                  <a:cubicBezTo>
                    <a:pt x="2161" y="1462"/>
                    <a:pt x="2187" y="1464"/>
                    <a:pt x="2212" y="1464"/>
                  </a:cubicBezTo>
                  <a:cubicBezTo>
                    <a:pt x="2378" y="1464"/>
                    <a:pt x="2471" y="1347"/>
                    <a:pt x="2471" y="1159"/>
                  </a:cubicBezTo>
                  <a:lnTo>
                    <a:pt x="2471" y="606"/>
                  </a:lnTo>
                  <a:lnTo>
                    <a:pt x="8756" y="606"/>
                  </a:lnTo>
                  <a:lnTo>
                    <a:pt x="8756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1"/>
            <p:cNvSpPr/>
            <p:nvPr/>
          </p:nvSpPr>
          <p:spPr>
            <a:xfrm>
              <a:off x="7043113" y="2696325"/>
              <a:ext cx="217875" cy="36575"/>
            </a:xfrm>
            <a:custGeom>
              <a:rect b="b" l="l" r="r" t="t"/>
              <a:pathLst>
                <a:path extrusionOk="0" h="1463" w="8715">
                  <a:moveTo>
                    <a:pt x="2194" y="1"/>
                  </a:moveTo>
                  <a:cubicBezTo>
                    <a:pt x="2025" y="1"/>
                    <a:pt x="1918" y="148"/>
                    <a:pt x="1918" y="304"/>
                  </a:cubicBezTo>
                  <a:lnTo>
                    <a:pt x="1918" y="858"/>
                  </a:lnTo>
                  <a:lnTo>
                    <a:pt x="1" y="858"/>
                  </a:lnTo>
                  <a:lnTo>
                    <a:pt x="1" y="1463"/>
                  </a:lnTo>
                  <a:lnTo>
                    <a:pt x="8715" y="1463"/>
                  </a:lnTo>
                  <a:lnTo>
                    <a:pt x="8715" y="858"/>
                  </a:lnTo>
                  <a:lnTo>
                    <a:pt x="2471" y="858"/>
                  </a:lnTo>
                  <a:lnTo>
                    <a:pt x="2471" y="304"/>
                  </a:lnTo>
                  <a:cubicBezTo>
                    <a:pt x="2471" y="181"/>
                    <a:pt x="2389" y="48"/>
                    <a:pt x="2256" y="7"/>
                  </a:cubicBezTo>
                  <a:cubicBezTo>
                    <a:pt x="2235" y="3"/>
                    <a:pt x="2214" y="1"/>
                    <a:pt x="2194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1"/>
            <p:cNvSpPr/>
            <p:nvPr/>
          </p:nvSpPr>
          <p:spPr>
            <a:xfrm>
              <a:off x="6980063" y="2520150"/>
              <a:ext cx="345000" cy="345050"/>
            </a:xfrm>
            <a:custGeom>
              <a:rect b="b" l="l" r="r" t="t"/>
              <a:pathLst>
                <a:path extrusionOk="0" h="13802" w="13800">
                  <a:moveTo>
                    <a:pt x="6623" y="606"/>
                  </a:moveTo>
                  <a:lnTo>
                    <a:pt x="6623" y="9658"/>
                  </a:lnTo>
                  <a:lnTo>
                    <a:pt x="2820" y="9658"/>
                  </a:lnTo>
                  <a:lnTo>
                    <a:pt x="2820" y="606"/>
                  </a:lnTo>
                  <a:close/>
                  <a:moveTo>
                    <a:pt x="10980" y="606"/>
                  </a:moveTo>
                  <a:lnTo>
                    <a:pt x="10980" y="9658"/>
                  </a:lnTo>
                  <a:lnTo>
                    <a:pt x="7177" y="9658"/>
                  </a:lnTo>
                  <a:lnTo>
                    <a:pt x="7177" y="606"/>
                  </a:lnTo>
                  <a:close/>
                  <a:moveTo>
                    <a:pt x="13195" y="10252"/>
                  </a:moveTo>
                  <a:lnTo>
                    <a:pt x="13195" y="11411"/>
                  </a:lnTo>
                  <a:lnTo>
                    <a:pt x="596" y="11411"/>
                  </a:lnTo>
                  <a:lnTo>
                    <a:pt x="596" y="10252"/>
                  </a:lnTo>
                  <a:close/>
                  <a:moveTo>
                    <a:pt x="3117" y="12005"/>
                  </a:moveTo>
                  <a:lnTo>
                    <a:pt x="3117" y="12610"/>
                  </a:lnTo>
                  <a:cubicBezTo>
                    <a:pt x="3117" y="12927"/>
                    <a:pt x="2856" y="13209"/>
                    <a:pt x="2536" y="13209"/>
                  </a:cubicBezTo>
                  <a:cubicBezTo>
                    <a:pt x="2515" y="13209"/>
                    <a:pt x="2493" y="13207"/>
                    <a:pt x="2472" y="13205"/>
                  </a:cubicBezTo>
                  <a:cubicBezTo>
                    <a:pt x="2174" y="13164"/>
                    <a:pt x="1959" y="12907"/>
                    <a:pt x="1959" y="12610"/>
                  </a:cubicBezTo>
                  <a:lnTo>
                    <a:pt x="1959" y="12005"/>
                  </a:lnTo>
                  <a:close/>
                  <a:moveTo>
                    <a:pt x="11831" y="12005"/>
                  </a:moveTo>
                  <a:lnTo>
                    <a:pt x="11831" y="12610"/>
                  </a:lnTo>
                  <a:cubicBezTo>
                    <a:pt x="11831" y="12927"/>
                    <a:pt x="11606" y="13209"/>
                    <a:pt x="11299" y="13209"/>
                  </a:cubicBezTo>
                  <a:cubicBezTo>
                    <a:pt x="11278" y="13209"/>
                    <a:pt x="11258" y="13207"/>
                    <a:pt x="11237" y="13205"/>
                  </a:cubicBezTo>
                  <a:cubicBezTo>
                    <a:pt x="10888" y="13164"/>
                    <a:pt x="10673" y="12907"/>
                    <a:pt x="10673" y="12610"/>
                  </a:cubicBezTo>
                  <a:lnTo>
                    <a:pt x="10673" y="12005"/>
                  </a:lnTo>
                  <a:close/>
                  <a:moveTo>
                    <a:pt x="2523" y="1"/>
                  </a:moveTo>
                  <a:cubicBezTo>
                    <a:pt x="2390" y="1"/>
                    <a:pt x="2267" y="134"/>
                    <a:pt x="2267" y="308"/>
                  </a:cubicBezTo>
                  <a:lnTo>
                    <a:pt x="2267" y="9658"/>
                  </a:lnTo>
                  <a:lnTo>
                    <a:pt x="298" y="9658"/>
                  </a:lnTo>
                  <a:cubicBezTo>
                    <a:pt x="124" y="9658"/>
                    <a:pt x="1" y="9832"/>
                    <a:pt x="1" y="9955"/>
                  </a:cubicBezTo>
                  <a:lnTo>
                    <a:pt x="1" y="11708"/>
                  </a:lnTo>
                  <a:cubicBezTo>
                    <a:pt x="1" y="11882"/>
                    <a:pt x="124" y="12005"/>
                    <a:pt x="298" y="12005"/>
                  </a:cubicBezTo>
                  <a:lnTo>
                    <a:pt x="1364" y="12005"/>
                  </a:lnTo>
                  <a:lnTo>
                    <a:pt x="1364" y="12610"/>
                  </a:lnTo>
                  <a:cubicBezTo>
                    <a:pt x="1364" y="13263"/>
                    <a:pt x="1880" y="13802"/>
                    <a:pt x="2533" y="13802"/>
                  </a:cubicBezTo>
                  <a:cubicBezTo>
                    <a:pt x="2557" y="13802"/>
                    <a:pt x="2581" y="13801"/>
                    <a:pt x="2605" y="13799"/>
                  </a:cubicBezTo>
                  <a:cubicBezTo>
                    <a:pt x="3199" y="13758"/>
                    <a:pt x="3712" y="13246"/>
                    <a:pt x="3712" y="12610"/>
                  </a:cubicBezTo>
                  <a:lnTo>
                    <a:pt x="3712" y="12005"/>
                  </a:lnTo>
                  <a:lnTo>
                    <a:pt x="10078" y="12005"/>
                  </a:lnTo>
                  <a:lnTo>
                    <a:pt x="10078" y="12610"/>
                  </a:lnTo>
                  <a:cubicBezTo>
                    <a:pt x="10078" y="13263"/>
                    <a:pt x="10594" y="13802"/>
                    <a:pt x="11247" y="13802"/>
                  </a:cubicBezTo>
                  <a:cubicBezTo>
                    <a:pt x="11271" y="13802"/>
                    <a:pt x="11295" y="13801"/>
                    <a:pt x="11319" y="13799"/>
                  </a:cubicBezTo>
                  <a:cubicBezTo>
                    <a:pt x="11954" y="13758"/>
                    <a:pt x="12426" y="13246"/>
                    <a:pt x="12426" y="12610"/>
                  </a:cubicBezTo>
                  <a:lnTo>
                    <a:pt x="12426" y="12005"/>
                  </a:lnTo>
                  <a:lnTo>
                    <a:pt x="13492" y="12005"/>
                  </a:lnTo>
                  <a:cubicBezTo>
                    <a:pt x="13666" y="12005"/>
                    <a:pt x="13799" y="11882"/>
                    <a:pt x="13799" y="11708"/>
                  </a:cubicBezTo>
                  <a:lnTo>
                    <a:pt x="13799" y="9955"/>
                  </a:lnTo>
                  <a:cubicBezTo>
                    <a:pt x="13799" y="9832"/>
                    <a:pt x="13666" y="9658"/>
                    <a:pt x="13492" y="9658"/>
                  </a:cubicBezTo>
                  <a:lnTo>
                    <a:pt x="11575" y="9658"/>
                  </a:lnTo>
                  <a:lnTo>
                    <a:pt x="11575" y="308"/>
                  </a:lnTo>
                  <a:cubicBezTo>
                    <a:pt x="11575" y="134"/>
                    <a:pt x="11442" y="1"/>
                    <a:pt x="1127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1"/>
            <p:cNvSpPr/>
            <p:nvPr/>
          </p:nvSpPr>
          <p:spPr>
            <a:xfrm>
              <a:off x="7078238" y="2641900"/>
              <a:ext cx="38475" cy="15150"/>
            </a:xfrm>
            <a:custGeom>
              <a:rect b="b" l="l" r="r" t="t"/>
              <a:pathLst>
                <a:path extrusionOk="0" h="606" w="1539">
                  <a:moveTo>
                    <a:pt x="339" y="0"/>
                  </a:moveTo>
                  <a:cubicBezTo>
                    <a:pt x="175" y="0"/>
                    <a:pt x="0" y="134"/>
                    <a:pt x="41" y="349"/>
                  </a:cubicBezTo>
                  <a:cubicBezTo>
                    <a:pt x="82" y="472"/>
                    <a:pt x="216" y="605"/>
                    <a:pt x="339" y="605"/>
                  </a:cubicBezTo>
                  <a:lnTo>
                    <a:pt x="1200" y="605"/>
                  </a:lnTo>
                  <a:cubicBezTo>
                    <a:pt x="1415" y="605"/>
                    <a:pt x="1538" y="431"/>
                    <a:pt x="1497" y="216"/>
                  </a:cubicBezTo>
                  <a:cubicBezTo>
                    <a:pt x="1497" y="93"/>
                    <a:pt x="1364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1"/>
            <p:cNvSpPr/>
            <p:nvPr/>
          </p:nvSpPr>
          <p:spPr>
            <a:xfrm>
              <a:off x="7188188" y="2663425"/>
              <a:ext cx="37425" cy="14900"/>
            </a:xfrm>
            <a:custGeom>
              <a:rect b="b" l="l" r="r" t="t"/>
              <a:pathLst>
                <a:path extrusionOk="0" h="596" w="1497">
                  <a:moveTo>
                    <a:pt x="297" y="0"/>
                  </a:moveTo>
                  <a:cubicBezTo>
                    <a:pt x="133" y="0"/>
                    <a:pt x="0" y="165"/>
                    <a:pt x="41" y="380"/>
                  </a:cubicBezTo>
                  <a:cubicBezTo>
                    <a:pt x="41" y="513"/>
                    <a:pt x="174" y="595"/>
                    <a:pt x="349" y="595"/>
                  </a:cubicBezTo>
                  <a:lnTo>
                    <a:pt x="1200" y="595"/>
                  </a:lnTo>
                  <a:cubicBezTo>
                    <a:pt x="1374" y="595"/>
                    <a:pt x="1497" y="472"/>
                    <a:pt x="1497" y="257"/>
                  </a:cubicBezTo>
                  <a:cubicBezTo>
                    <a:pt x="1456" y="123"/>
                    <a:pt x="1323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1"/>
            <p:cNvSpPr/>
            <p:nvPr/>
          </p:nvSpPr>
          <p:spPr>
            <a:xfrm>
              <a:off x="7188188" y="2620625"/>
              <a:ext cx="37425" cy="13875"/>
            </a:xfrm>
            <a:custGeom>
              <a:rect b="b" l="l" r="r" t="t"/>
              <a:pathLst>
                <a:path extrusionOk="0" h="555" w="1497">
                  <a:moveTo>
                    <a:pt x="297" y="0"/>
                  </a:moveTo>
                  <a:cubicBezTo>
                    <a:pt x="133" y="0"/>
                    <a:pt x="0" y="134"/>
                    <a:pt x="41" y="339"/>
                  </a:cubicBezTo>
                  <a:cubicBezTo>
                    <a:pt x="41" y="472"/>
                    <a:pt x="174" y="554"/>
                    <a:pt x="349" y="554"/>
                  </a:cubicBezTo>
                  <a:lnTo>
                    <a:pt x="1200" y="554"/>
                  </a:lnTo>
                  <a:cubicBezTo>
                    <a:pt x="1374" y="554"/>
                    <a:pt x="1497" y="431"/>
                    <a:pt x="1497" y="216"/>
                  </a:cubicBezTo>
                  <a:cubicBezTo>
                    <a:pt x="1456" y="83"/>
                    <a:pt x="1323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6" name="Google Shape;496;p41"/>
          <p:cNvCxnSpPr/>
          <p:nvPr/>
        </p:nvCxnSpPr>
        <p:spPr>
          <a:xfrm>
            <a:off x="7044950" y="3509025"/>
            <a:ext cx="0" cy="169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41"/>
          <p:cNvCxnSpPr>
            <a:stCxn id="467" idx="2"/>
          </p:cNvCxnSpPr>
          <p:nvPr/>
        </p:nvCxnSpPr>
        <p:spPr>
          <a:xfrm>
            <a:off x="4571998" y="3509025"/>
            <a:ext cx="0" cy="169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41"/>
          <p:cNvCxnSpPr>
            <a:stCxn id="466" idx="2"/>
          </p:cNvCxnSpPr>
          <p:nvPr/>
        </p:nvCxnSpPr>
        <p:spPr>
          <a:xfrm>
            <a:off x="2099051" y="3509025"/>
            <a:ext cx="0" cy="169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2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000"/>
              <a:t>Demo</a:t>
            </a:r>
            <a:endParaRPr/>
          </a:p>
        </p:txBody>
      </p:sp>
      <p:sp>
        <p:nvSpPr>
          <p:cNvPr id="504" name="Google Shape;504;p42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Game mechanics and noir-themed interface</a:t>
            </a:r>
            <a:endParaRPr/>
          </a:p>
        </p:txBody>
      </p:sp>
      <p:sp>
        <p:nvSpPr>
          <p:cNvPr id="505" name="Google Shape;505;p42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0" name="Google Shape;510;p43"/>
          <p:cNvCxnSpPr>
            <a:stCxn id="511" idx="3"/>
            <a:endCxn id="512" idx="1"/>
          </p:cNvCxnSpPr>
          <p:nvPr/>
        </p:nvCxnSpPr>
        <p:spPr>
          <a:xfrm>
            <a:off x="4208912" y="2129725"/>
            <a:ext cx="3080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43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Game Mechanics</a:t>
            </a:r>
            <a:endParaRPr/>
          </a:p>
        </p:txBody>
      </p:sp>
      <p:sp>
        <p:nvSpPr>
          <p:cNvPr id="514" name="Google Shape;514;p43"/>
          <p:cNvSpPr txBox="1"/>
          <p:nvPr/>
        </p:nvSpPr>
        <p:spPr>
          <a:xfrm>
            <a:off x="895217" y="1875750"/>
            <a:ext cx="22026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The Case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515" name="Google Shape;515;p43"/>
          <p:cNvSpPr txBox="1"/>
          <p:nvPr/>
        </p:nvSpPr>
        <p:spPr>
          <a:xfrm>
            <a:off x="895174" y="2215400"/>
            <a:ext cx="22026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Victor Hale murdered at 23:15 in the library of Blackwood Mansion. Cause: blunt force trauma. Player must find killer, weapon, and motive.</a:t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6" name="Google Shape;516;p43"/>
          <p:cNvSpPr txBox="1"/>
          <p:nvPr/>
        </p:nvSpPr>
        <p:spPr>
          <a:xfrm>
            <a:off x="3249812" y="2464875"/>
            <a:ext cx="1552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Lydia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517" name="Google Shape;517;p43"/>
          <p:cNvSpPr txBox="1"/>
          <p:nvPr/>
        </p:nvSpPr>
        <p:spPr>
          <a:xfrm>
            <a:off x="3249824" y="2804525"/>
            <a:ext cx="15525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Elegant heiress. Evasive and controlled.</a:t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8" name="Google Shape;518;p43"/>
          <p:cNvSpPr txBox="1"/>
          <p:nvPr/>
        </p:nvSpPr>
        <p:spPr>
          <a:xfrm>
            <a:off x="4962590" y="2464875"/>
            <a:ext cx="1552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Dr. Vale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519" name="Google Shape;519;p43"/>
          <p:cNvSpPr txBox="1"/>
          <p:nvPr/>
        </p:nvSpPr>
        <p:spPr>
          <a:xfrm>
            <a:off x="4962597" y="2804525"/>
            <a:ext cx="15525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Charming doctor. Deflects with sarcasm.</a:t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0" name="Google Shape;520;p43"/>
          <p:cNvSpPr txBox="1"/>
          <p:nvPr/>
        </p:nvSpPr>
        <p:spPr>
          <a:xfrm>
            <a:off x="6696325" y="2464875"/>
            <a:ext cx="1552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Eleanor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521" name="Google Shape;521;p43"/>
          <p:cNvSpPr txBox="1"/>
          <p:nvPr/>
        </p:nvSpPr>
        <p:spPr>
          <a:xfrm>
            <a:off x="6696326" y="2804525"/>
            <a:ext cx="1552500" cy="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Nervous housekeeper. Knows more than she says.</a:t>
            </a:r>
            <a:endParaRPr b="0" i="0" sz="12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2" name="Google Shape;522;p43"/>
          <p:cNvSpPr txBox="1"/>
          <p:nvPr/>
        </p:nvSpPr>
        <p:spPr>
          <a:xfrm>
            <a:off x="4977449" y="4094852"/>
            <a:ext cx="1522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Suspects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511" name="Google Shape;511;p43"/>
          <p:cNvSpPr txBox="1"/>
          <p:nvPr/>
        </p:nvSpPr>
        <p:spPr>
          <a:xfrm>
            <a:off x="3843212" y="19468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01</a:t>
            </a:r>
            <a:endParaRPr b="0" i="0" sz="11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523" name="Google Shape;523;p43"/>
          <p:cNvSpPr txBox="1"/>
          <p:nvPr/>
        </p:nvSpPr>
        <p:spPr>
          <a:xfrm>
            <a:off x="5555990" y="19468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02</a:t>
            </a:r>
            <a:endParaRPr b="0" i="0" sz="11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512" name="Google Shape;512;p43"/>
          <p:cNvSpPr txBox="1"/>
          <p:nvPr/>
        </p:nvSpPr>
        <p:spPr>
          <a:xfrm>
            <a:off x="7289725" y="19468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Figtree Black"/>
                <a:ea typeface="Figtree Black"/>
                <a:cs typeface="Figtree Black"/>
                <a:sym typeface="Figtree Black"/>
              </a:rPr>
              <a:t>03</a:t>
            </a:r>
            <a:endParaRPr b="0" i="0" sz="1100" u="none" cap="none" strike="noStrike">
              <a:solidFill>
                <a:schemeClr val="lt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grpSp>
        <p:nvGrpSpPr>
          <p:cNvPr id="524" name="Google Shape;524;p43"/>
          <p:cNvGrpSpPr/>
          <p:nvPr/>
        </p:nvGrpSpPr>
        <p:grpSpPr>
          <a:xfrm>
            <a:off x="5552503" y="1449563"/>
            <a:ext cx="372675" cy="345000"/>
            <a:chOff x="3221113" y="2520150"/>
            <a:chExt cx="372675" cy="345000"/>
          </a:xfrm>
        </p:grpSpPr>
        <p:sp>
          <p:nvSpPr>
            <p:cNvPr id="525" name="Google Shape;525;p43"/>
            <p:cNvSpPr/>
            <p:nvPr/>
          </p:nvSpPr>
          <p:spPr>
            <a:xfrm>
              <a:off x="3554288" y="2774400"/>
              <a:ext cx="14875" cy="43850"/>
            </a:xfrm>
            <a:custGeom>
              <a:rect b="b" l="l" r="r" t="t"/>
              <a:pathLst>
                <a:path extrusionOk="0" h="1754" w="595">
                  <a:moveTo>
                    <a:pt x="0" y="0"/>
                  </a:moveTo>
                  <a:lnTo>
                    <a:pt x="0" y="1753"/>
                  </a:lnTo>
                  <a:lnTo>
                    <a:pt x="595" y="1753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3"/>
            <p:cNvSpPr/>
            <p:nvPr/>
          </p:nvSpPr>
          <p:spPr>
            <a:xfrm>
              <a:off x="3295938" y="2550150"/>
              <a:ext cx="87425" cy="151750"/>
            </a:xfrm>
            <a:custGeom>
              <a:rect b="b" l="l" r="r" t="t"/>
              <a:pathLst>
                <a:path extrusionOk="0" h="6070" w="3497">
                  <a:moveTo>
                    <a:pt x="2174" y="0"/>
                  </a:moveTo>
                  <a:lnTo>
                    <a:pt x="1662" y="298"/>
                  </a:lnTo>
                  <a:lnTo>
                    <a:pt x="2266" y="1282"/>
                  </a:lnTo>
                  <a:cubicBezTo>
                    <a:pt x="2389" y="1456"/>
                    <a:pt x="2389" y="1671"/>
                    <a:pt x="2266" y="1835"/>
                  </a:cubicBezTo>
                  <a:lnTo>
                    <a:pt x="2266" y="1876"/>
                  </a:lnTo>
                  <a:cubicBezTo>
                    <a:pt x="1959" y="2348"/>
                    <a:pt x="2092" y="2953"/>
                    <a:pt x="2523" y="3332"/>
                  </a:cubicBezTo>
                  <a:lnTo>
                    <a:pt x="2646" y="3414"/>
                  </a:lnTo>
                  <a:cubicBezTo>
                    <a:pt x="2820" y="3547"/>
                    <a:pt x="2902" y="3763"/>
                    <a:pt x="2861" y="3927"/>
                  </a:cubicBezTo>
                  <a:lnTo>
                    <a:pt x="2820" y="4101"/>
                  </a:lnTo>
                  <a:cubicBezTo>
                    <a:pt x="2779" y="4357"/>
                    <a:pt x="2564" y="4531"/>
                    <a:pt x="2307" y="4531"/>
                  </a:cubicBezTo>
                  <a:lnTo>
                    <a:pt x="1580" y="4531"/>
                  </a:lnTo>
                  <a:cubicBezTo>
                    <a:pt x="1282" y="4531"/>
                    <a:pt x="1026" y="4654"/>
                    <a:pt x="811" y="4870"/>
                  </a:cubicBezTo>
                  <a:lnTo>
                    <a:pt x="1" y="5639"/>
                  </a:lnTo>
                  <a:lnTo>
                    <a:pt x="421" y="6069"/>
                  </a:lnTo>
                  <a:lnTo>
                    <a:pt x="1241" y="5259"/>
                  </a:lnTo>
                  <a:cubicBezTo>
                    <a:pt x="1323" y="5167"/>
                    <a:pt x="1446" y="5126"/>
                    <a:pt x="1580" y="5126"/>
                  </a:cubicBezTo>
                  <a:lnTo>
                    <a:pt x="2307" y="5126"/>
                  </a:lnTo>
                  <a:cubicBezTo>
                    <a:pt x="2861" y="5126"/>
                    <a:pt x="3333" y="4747"/>
                    <a:pt x="3415" y="4183"/>
                  </a:cubicBezTo>
                  <a:lnTo>
                    <a:pt x="3456" y="4019"/>
                  </a:lnTo>
                  <a:cubicBezTo>
                    <a:pt x="3497" y="3629"/>
                    <a:pt x="3333" y="3250"/>
                    <a:pt x="3035" y="2994"/>
                  </a:cubicBezTo>
                  <a:lnTo>
                    <a:pt x="2861" y="2860"/>
                  </a:lnTo>
                  <a:cubicBezTo>
                    <a:pt x="2687" y="2696"/>
                    <a:pt x="2605" y="2389"/>
                    <a:pt x="2779" y="2184"/>
                  </a:cubicBezTo>
                  <a:lnTo>
                    <a:pt x="2779" y="2133"/>
                  </a:lnTo>
                  <a:cubicBezTo>
                    <a:pt x="2984" y="1753"/>
                    <a:pt x="2984" y="1323"/>
                    <a:pt x="2779" y="943"/>
                  </a:cubicBezTo>
                  <a:lnTo>
                    <a:pt x="217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3"/>
            <p:cNvSpPr/>
            <p:nvPr/>
          </p:nvSpPr>
          <p:spPr>
            <a:xfrm>
              <a:off x="3420763" y="2565000"/>
              <a:ext cx="88700" cy="178400"/>
            </a:xfrm>
            <a:custGeom>
              <a:rect b="b" l="l" r="r" t="t"/>
              <a:pathLst>
                <a:path extrusionOk="0" h="7136" w="3548">
                  <a:moveTo>
                    <a:pt x="0" y="1"/>
                  </a:moveTo>
                  <a:lnTo>
                    <a:pt x="0" y="606"/>
                  </a:lnTo>
                  <a:cubicBezTo>
                    <a:pt x="1630" y="606"/>
                    <a:pt x="2953" y="1928"/>
                    <a:pt x="2953" y="3589"/>
                  </a:cubicBezTo>
                  <a:cubicBezTo>
                    <a:pt x="2953" y="5219"/>
                    <a:pt x="1630" y="6582"/>
                    <a:pt x="0" y="6582"/>
                  </a:cubicBezTo>
                  <a:lnTo>
                    <a:pt x="0" y="7136"/>
                  </a:lnTo>
                  <a:cubicBezTo>
                    <a:pt x="1969" y="7136"/>
                    <a:pt x="3547" y="5557"/>
                    <a:pt x="3547" y="3589"/>
                  </a:cubicBezTo>
                  <a:cubicBezTo>
                    <a:pt x="3547" y="1631"/>
                    <a:pt x="1969" y="1"/>
                    <a:pt x="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3"/>
            <p:cNvSpPr/>
            <p:nvPr/>
          </p:nvSpPr>
          <p:spPr>
            <a:xfrm>
              <a:off x="3221113" y="2520150"/>
              <a:ext cx="372675" cy="345000"/>
            </a:xfrm>
            <a:custGeom>
              <a:rect b="b" l="l" r="r" t="t"/>
              <a:pathLst>
                <a:path extrusionOk="0" h="13800" w="14907">
                  <a:moveTo>
                    <a:pt x="8243" y="4194"/>
                  </a:moveTo>
                  <a:cubicBezTo>
                    <a:pt x="8796" y="4317"/>
                    <a:pt x="9186" y="4788"/>
                    <a:pt x="9186" y="5383"/>
                  </a:cubicBezTo>
                  <a:cubicBezTo>
                    <a:pt x="9186" y="5947"/>
                    <a:pt x="8796" y="6459"/>
                    <a:pt x="8243" y="6582"/>
                  </a:cubicBezTo>
                  <a:lnTo>
                    <a:pt x="8243" y="4194"/>
                  </a:lnTo>
                  <a:close/>
                  <a:moveTo>
                    <a:pt x="7689" y="606"/>
                  </a:moveTo>
                  <a:lnTo>
                    <a:pt x="7689" y="8376"/>
                  </a:lnTo>
                  <a:lnTo>
                    <a:pt x="4275" y="8376"/>
                  </a:lnTo>
                  <a:cubicBezTo>
                    <a:pt x="3588" y="7525"/>
                    <a:pt x="3209" y="6459"/>
                    <a:pt x="3209" y="5383"/>
                  </a:cubicBezTo>
                  <a:cubicBezTo>
                    <a:pt x="3209" y="2871"/>
                    <a:pt x="5167" y="770"/>
                    <a:pt x="7689" y="606"/>
                  </a:cubicBezTo>
                  <a:close/>
                  <a:moveTo>
                    <a:pt x="8243" y="606"/>
                  </a:moveTo>
                  <a:cubicBezTo>
                    <a:pt x="10764" y="770"/>
                    <a:pt x="12733" y="2871"/>
                    <a:pt x="12733" y="5383"/>
                  </a:cubicBezTo>
                  <a:cubicBezTo>
                    <a:pt x="12733" y="6459"/>
                    <a:pt x="12343" y="7525"/>
                    <a:pt x="11667" y="8376"/>
                  </a:cubicBezTo>
                  <a:lnTo>
                    <a:pt x="8243" y="8376"/>
                  </a:lnTo>
                  <a:lnTo>
                    <a:pt x="8243" y="7177"/>
                  </a:lnTo>
                  <a:cubicBezTo>
                    <a:pt x="9145" y="7054"/>
                    <a:pt x="9780" y="6285"/>
                    <a:pt x="9780" y="5383"/>
                  </a:cubicBezTo>
                  <a:cubicBezTo>
                    <a:pt x="9780" y="4491"/>
                    <a:pt x="9145" y="3722"/>
                    <a:pt x="8243" y="3589"/>
                  </a:cubicBezTo>
                  <a:lnTo>
                    <a:pt x="8243" y="606"/>
                  </a:lnTo>
                  <a:close/>
                  <a:moveTo>
                    <a:pt x="13799" y="8930"/>
                  </a:moveTo>
                  <a:cubicBezTo>
                    <a:pt x="14014" y="8930"/>
                    <a:pt x="14229" y="9145"/>
                    <a:pt x="14270" y="9360"/>
                  </a:cubicBezTo>
                  <a:cubicBezTo>
                    <a:pt x="14311" y="9658"/>
                    <a:pt x="14055" y="9914"/>
                    <a:pt x="13799" y="9914"/>
                  </a:cubicBezTo>
                  <a:lnTo>
                    <a:pt x="3845" y="9914"/>
                  </a:lnTo>
                  <a:cubicBezTo>
                    <a:pt x="3158" y="9914"/>
                    <a:pt x="2604" y="10468"/>
                    <a:pt x="2645" y="11113"/>
                  </a:cubicBezTo>
                  <a:cubicBezTo>
                    <a:pt x="2697" y="11749"/>
                    <a:pt x="3209" y="12221"/>
                    <a:pt x="3804" y="12221"/>
                  </a:cubicBezTo>
                  <a:lnTo>
                    <a:pt x="13799" y="12221"/>
                  </a:lnTo>
                  <a:cubicBezTo>
                    <a:pt x="14055" y="12221"/>
                    <a:pt x="14270" y="12436"/>
                    <a:pt x="14270" y="12692"/>
                  </a:cubicBezTo>
                  <a:lnTo>
                    <a:pt x="14270" y="13072"/>
                  </a:lnTo>
                  <a:cubicBezTo>
                    <a:pt x="14270" y="13164"/>
                    <a:pt x="14229" y="13205"/>
                    <a:pt x="14137" y="13205"/>
                  </a:cubicBezTo>
                  <a:lnTo>
                    <a:pt x="2994" y="13205"/>
                  </a:lnTo>
                  <a:cubicBezTo>
                    <a:pt x="2861" y="13205"/>
                    <a:pt x="2738" y="13164"/>
                    <a:pt x="2645" y="13072"/>
                  </a:cubicBezTo>
                  <a:cubicBezTo>
                    <a:pt x="687" y="11237"/>
                    <a:pt x="1969" y="8930"/>
                    <a:pt x="3804" y="8930"/>
                  </a:cubicBezTo>
                  <a:close/>
                  <a:moveTo>
                    <a:pt x="7945" y="1"/>
                  </a:moveTo>
                  <a:cubicBezTo>
                    <a:pt x="5003" y="1"/>
                    <a:pt x="2604" y="2441"/>
                    <a:pt x="2604" y="5383"/>
                  </a:cubicBezTo>
                  <a:cubicBezTo>
                    <a:pt x="2604" y="6459"/>
                    <a:pt x="2953" y="7484"/>
                    <a:pt x="3547" y="8376"/>
                  </a:cubicBezTo>
                  <a:cubicBezTo>
                    <a:pt x="1415" y="8592"/>
                    <a:pt x="0" y="11237"/>
                    <a:pt x="2133" y="13461"/>
                  </a:cubicBezTo>
                  <a:cubicBezTo>
                    <a:pt x="2307" y="13635"/>
                    <a:pt x="2697" y="13799"/>
                    <a:pt x="2953" y="13799"/>
                  </a:cubicBezTo>
                  <a:lnTo>
                    <a:pt x="14434" y="13799"/>
                  </a:lnTo>
                  <a:cubicBezTo>
                    <a:pt x="14650" y="13799"/>
                    <a:pt x="14865" y="13584"/>
                    <a:pt x="14865" y="13379"/>
                  </a:cubicBezTo>
                  <a:lnTo>
                    <a:pt x="14865" y="12221"/>
                  </a:lnTo>
                  <a:cubicBezTo>
                    <a:pt x="14865" y="11923"/>
                    <a:pt x="14568" y="11626"/>
                    <a:pt x="14270" y="11626"/>
                  </a:cubicBezTo>
                  <a:lnTo>
                    <a:pt x="3670" y="11626"/>
                  </a:lnTo>
                  <a:cubicBezTo>
                    <a:pt x="3588" y="11626"/>
                    <a:pt x="3506" y="11626"/>
                    <a:pt x="3465" y="11534"/>
                  </a:cubicBezTo>
                  <a:cubicBezTo>
                    <a:pt x="3035" y="11072"/>
                    <a:pt x="3373" y="10468"/>
                    <a:pt x="3845" y="10468"/>
                  </a:cubicBezTo>
                  <a:lnTo>
                    <a:pt x="13758" y="10468"/>
                  </a:lnTo>
                  <a:cubicBezTo>
                    <a:pt x="14311" y="10468"/>
                    <a:pt x="14783" y="10088"/>
                    <a:pt x="14865" y="9535"/>
                  </a:cubicBezTo>
                  <a:cubicBezTo>
                    <a:pt x="14906" y="8889"/>
                    <a:pt x="14393" y="8376"/>
                    <a:pt x="13799" y="8376"/>
                  </a:cubicBezTo>
                  <a:lnTo>
                    <a:pt x="12435" y="8376"/>
                  </a:lnTo>
                  <a:cubicBezTo>
                    <a:pt x="12989" y="7484"/>
                    <a:pt x="13327" y="6459"/>
                    <a:pt x="13327" y="5383"/>
                  </a:cubicBezTo>
                  <a:cubicBezTo>
                    <a:pt x="13327" y="2441"/>
                    <a:pt x="10939" y="1"/>
                    <a:pt x="794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9" name="Google Shape;529;p43"/>
          <p:cNvGrpSpPr/>
          <p:nvPr/>
        </p:nvGrpSpPr>
        <p:grpSpPr>
          <a:xfrm>
            <a:off x="3854074" y="1450200"/>
            <a:ext cx="343975" cy="343725"/>
            <a:chOff x="4744988" y="1976825"/>
            <a:chExt cx="343975" cy="343725"/>
          </a:xfrm>
        </p:grpSpPr>
        <p:sp>
          <p:nvSpPr>
            <p:cNvPr id="530" name="Google Shape;530;p43"/>
            <p:cNvSpPr/>
            <p:nvPr/>
          </p:nvSpPr>
          <p:spPr>
            <a:xfrm>
              <a:off x="4788813" y="2020400"/>
              <a:ext cx="47950" cy="59125"/>
            </a:xfrm>
            <a:custGeom>
              <a:rect b="b" l="l" r="r" t="t"/>
              <a:pathLst>
                <a:path extrusionOk="0" h="2365" w="1918">
                  <a:moveTo>
                    <a:pt x="298" y="1"/>
                  </a:moveTo>
                  <a:cubicBezTo>
                    <a:pt x="165" y="1"/>
                    <a:pt x="42" y="134"/>
                    <a:pt x="1" y="257"/>
                  </a:cubicBezTo>
                  <a:cubicBezTo>
                    <a:pt x="1" y="431"/>
                    <a:pt x="124" y="605"/>
                    <a:pt x="298" y="605"/>
                  </a:cubicBezTo>
                  <a:lnTo>
                    <a:pt x="677" y="605"/>
                  </a:lnTo>
                  <a:lnTo>
                    <a:pt x="677" y="2051"/>
                  </a:lnTo>
                  <a:cubicBezTo>
                    <a:pt x="677" y="2184"/>
                    <a:pt x="770" y="2307"/>
                    <a:pt x="893" y="2358"/>
                  </a:cubicBezTo>
                  <a:cubicBezTo>
                    <a:pt x="914" y="2363"/>
                    <a:pt x="935" y="2365"/>
                    <a:pt x="955" y="2365"/>
                  </a:cubicBezTo>
                  <a:cubicBezTo>
                    <a:pt x="1133" y="2365"/>
                    <a:pt x="1241" y="2208"/>
                    <a:pt x="1241" y="2051"/>
                  </a:cubicBezTo>
                  <a:lnTo>
                    <a:pt x="1241" y="605"/>
                  </a:lnTo>
                  <a:lnTo>
                    <a:pt x="1620" y="605"/>
                  </a:lnTo>
                  <a:cubicBezTo>
                    <a:pt x="1754" y="605"/>
                    <a:pt x="1877" y="513"/>
                    <a:pt x="1918" y="349"/>
                  </a:cubicBezTo>
                  <a:cubicBezTo>
                    <a:pt x="1918" y="175"/>
                    <a:pt x="1795" y="1"/>
                    <a:pt x="162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3"/>
            <p:cNvSpPr/>
            <p:nvPr/>
          </p:nvSpPr>
          <p:spPr>
            <a:xfrm>
              <a:off x="4744988" y="1976825"/>
              <a:ext cx="343975" cy="343725"/>
            </a:xfrm>
            <a:custGeom>
              <a:rect b="b" l="l" r="r" t="t"/>
              <a:pathLst>
                <a:path extrusionOk="0" h="13749" w="13759">
                  <a:moveTo>
                    <a:pt x="6582" y="595"/>
                  </a:moveTo>
                  <a:lnTo>
                    <a:pt x="6582" y="8756"/>
                  </a:lnTo>
                  <a:lnTo>
                    <a:pt x="595" y="8756"/>
                  </a:lnTo>
                  <a:lnTo>
                    <a:pt x="595" y="1108"/>
                  </a:lnTo>
                  <a:cubicBezTo>
                    <a:pt x="595" y="811"/>
                    <a:pt x="811" y="595"/>
                    <a:pt x="1108" y="595"/>
                  </a:cubicBezTo>
                  <a:close/>
                  <a:moveTo>
                    <a:pt x="12641" y="595"/>
                  </a:moveTo>
                  <a:cubicBezTo>
                    <a:pt x="12938" y="595"/>
                    <a:pt x="13153" y="811"/>
                    <a:pt x="13153" y="1108"/>
                  </a:cubicBezTo>
                  <a:lnTo>
                    <a:pt x="13153" y="8756"/>
                  </a:lnTo>
                  <a:lnTo>
                    <a:pt x="7177" y="8756"/>
                  </a:lnTo>
                  <a:lnTo>
                    <a:pt x="7177" y="595"/>
                  </a:lnTo>
                  <a:close/>
                  <a:moveTo>
                    <a:pt x="13153" y="9350"/>
                  </a:moveTo>
                  <a:lnTo>
                    <a:pt x="13153" y="10201"/>
                  </a:lnTo>
                  <a:cubicBezTo>
                    <a:pt x="13153" y="10509"/>
                    <a:pt x="12938" y="10714"/>
                    <a:pt x="12641" y="10714"/>
                  </a:cubicBezTo>
                  <a:lnTo>
                    <a:pt x="1108" y="10714"/>
                  </a:lnTo>
                  <a:cubicBezTo>
                    <a:pt x="811" y="10714"/>
                    <a:pt x="595" y="10509"/>
                    <a:pt x="595" y="10201"/>
                  </a:cubicBezTo>
                  <a:lnTo>
                    <a:pt x="595" y="9350"/>
                  </a:lnTo>
                  <a:close/>
                  <a:moveTo>
                    <a:pt x="8120" y="11318"/>
                  </a:moveTo>
                  <a:cubicBezTo>
                    <a:pt x="8161" y="11954"/>
                    <a:pt x="8325" y="12600"/>
                    <a:pt x="8581" y="13194"/>
                  </a:cubicBezTo>
                  <a:lnTo>
                    <a:pt x="5167" y="13194"/>
                  </a:lnTo>
                  <a:cubicBezTo>
                    <a:pt x="5424" y="12600"/>
                    <a:pt x="5598" y="11954"/>
                    <a:pt x="5639" y="11318"/>
                  </a:cubicBezTo>
                  <a:close/>
                  <a:moveTo>
                    <a:pt x="1108" y="1"/>
                  </a:moveTo>
                  <a:cubicBezTo>
                    <a:pt x="472" y="1"/>
                    <a:pt x="1" y="462"/>
                    <a:pt x="1" y="1108"/>
                  </a:cubicBezTo>
                  <a:lnTo>
                    <a:pt x="1" y="10252"/>
                  </a:lnTo>
                  <a:cubicBezTo>
                    <a:pt x="1" y="10847"/>
                    <a:pt x="472" y="11318"/>
                    <a:pt x="1108" y="11318"/>
                  </a:cubicBezTo>
                  <a:lnTo>
                    <a:pt x="4993" y="11318"/>
                  </a:lnTo>
                  <a:cubicBezTo>
                    <a:pt x="4952" y="11954"/>
                    <a:pt x="4788" y="12600"/>
                    <a:pt x="4481" y="13153"/>
                  </a:cubicBezTo>
                  <a:lnTo>
                    <a:pt x="3589" y="13153"/>
                  </a:lnTo>
                  <a:cubicBezTo>
                    <a:pt x="3455" y="13153"/>
                    <a:pt x="3332" y="13276"/>
                    <a:pt x="3291" y="13410"/>
                  </a:cubicBezTo>
                  <a:cubicBezTo>
                    <a:pt x="3291" y="13584"/>
                    <a:pt x="3414" y="13748"/>
                    <a:pt x="3589" y="13748"/>
                  </a:cubicBezTo>
                  <a:lnTo>
                    <a:pt x="10170" y="13748"/>
                  </a:lnTo>
                  <a:cubicBezTo>
                    <a:pt x="10293" y="13748"/>
                    <a:pt x="10427" y="13666"/>
                    <a:pt x="10468" y="13492"/>
                  </a:cubicBezTo>
                  <a:cubicBezTo>
                    <a:pt x="10468" y="13328"/>
                    <a:pt x="10334" y="13153"/>
                    <a:pt x="10170" y="13153"/>
                  </a:cubicBezTo>
                  <a:lnTo>
                    <a:pt x="9227" y="13153"/>
                  </a:lnTo>
                  <a:cubicBezTo>
                    <a:pt x="8930" y="12600"/>
                    <a:pt x="8756" y="11954"/>
                    <a:pt x="8715" y="11318"/>
                  </a:cubicBezTo>
                  <a:lnTo>
                    <a:pt x="12641" y="11318"/>
                  </a:lnTo>
                  <a:cubicBezTo>
                    <a:pt x="13287" y="11318"/>
                    <a:pt x="13758" y="10847"/>
                    <a:pt x="13758" y="10252"/>
                  </a:cubicBezTo>
                  <a:lnTo>
                    <a:pt x="13758" y="1108"/>
                  </a:lnTo>
                  <a:cubicBezTo>
                    <a:pt x="13758" y="462"/>
                    <a:pt x="13287" y="1"/>
                    <a:pt x="1264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3"/>
            <p:cNvSpPr/>
            <p:nvPr/>
          </p:nvSpPr>
          <p:spPr>
            <a:xfrm>
              <a:off x="4843163" y="2064225"/>
              <a:ext cx="38450" cy="15150"/>
            </a:xfrm>
            <a:custGeom>
              <a:rect b="b" l="l" r="r" t="t"/>
              <a:pathLst>
                <a:path extrusionOk="0" h="606" w="1538">
                  <a:moveTo>
                    <a:pt x="349" y="1"/>
                  </a:moveTo>
                  <a:cubicBezTo>
                    <a:pt x="133" y="1"/>
                    <a:pt x="0" y="175"/>
                    <a:pt x="41" y="349"/>
                  </a:cubicBezTo>
                  <a:cubicBezTo>
                    <a:pt x="41" y="513"/>
                    <a:pt x="174" y="605"/>
                    <a:pt x="349" y="605"/>
                  </a:cubicBezTo>
                  <a:lnTo>
                    <a:pt x="1199" y="605"/>
                  </a:lnTo>
                  <a:cubicBezTo>
                    <a:pt x="1374" y="605"/>
                    <a:pt x="1538" y="431"/>
                    <a:pt x="1497" y="257"/>
                  </a:cubicBezTo>
                  <a:cubicBezTo>
                    <a:pt x="1456" y="134"/>
                    <a:pt x="1323" y="1"/>
                    <a:pt x="119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3"/>
            <p:cNvSpPr/>
            <p:nvPr/>
          </p:nvSpPr>
          <p:spPr>
            <a:xfrm>
              <a:off x="4788813" y="2108050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298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513"/>
                    <a:pt x="165" y="595"/>
                    <a:pt x="339" y="595"/>
                  </a:cubicBezTo>
                  <a:lnTo>
                    <a:pt x="3373" y="595"/>
                  </a:lnTo>
                  <a:cubicBezTo>
                    <a:pt x="3548" y="595"/>
                    <a:pt x="3712" y="431"/>
                    <a:pt x="3671" y="257"/>
                  </a:cubicBezTo>
                  <a:cubicBezTo>
                    <a:pt x="3630" y="134"/>
                    <a:pt x="3497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3"/>
            <p:cNvSpPr/>
            <p:nvPr/>
          </p:nvSpPr>
          <p:spPr>
            <a:xfrm>
              <a:off x="4788813" y="2151875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298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472"/>
                    <a:pt x="165" y="595"/>
                    <a:pt x="339" y="595"/>
                  </a:cubicBezTo>
                  <a:lnTo>
                    <a:pt x="3373" y="595"/>
                  </a:lnTo>
                  <a:cubicBezTo>
                    <a:pt x="3548" y="595"/>
                    <a:pt x="3712" y="431"/>
                    <a:pt x="3671" y="257"/>
                  </a:cubicBezTo>
                  <a:cubicBezTo>
                    <a:pt x="3630" y="83"/>
                    <a:pt x="3497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3"/>
            <p:cNvSpPr/>
            <p:nvPr/>
          </p:nvSpPr>
          <p:spPr>
            <a:xfrm>
              <a:off x="4953088" y="2108050"/>
              <a:ext cx="92050" cy="14900"/>
            </a:xfrm>
            <a:custGeom>
              <a:rect b="b" l="l" r="r" t="t"/>
              <a:pathLst>
                <a:path extrusionOk="0" h="596" w="3682">
                  <a:moveTo>
                    <a:pt x="308" y="1"/>
                  </a:moveTo>
                  <a:cubicBezTo>
                    <a:pt x="134" y="1"/>
                    <a:pt x="1" y="175"/>
                    <a:pt x="1" y="339"/>
                  </a:cubicBezTo>
                  <a:cubicBezTo>
                    <a:pt x="52" y="513"/>
                    <a:pt x="175" y="595"/>
                    <a:pt x="308" y="595"/>
                  </a:cubicBezTo>
                  <a:lnTo>
                    <a:pt x="3384" y="595"/>
                  </a:lnTo>
                  <a:cubicBezTo>
                    <a:pt x="3548" y="59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3"/>
            <p:cNvSpPr/>
            <p:nvPr/>
          </p:nvSpPr>
          <p:spPr>
            <a:xfrm>
              <a:off x="4953088" y="2064225"/>
              <a:ext cx="92050" cy="15150"/>
            </a:xfrm>
            <a:custGeom>
              <a:rect b="b" l="l" r="r" t="t"/>
              <a:pathLst>
                <a:path extrusionOk="0" h="606" w="3682">
                  <a:moveTo>
                    <a:pt x="30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52" y="513"/>
                    <a:pt x="175" y="605"/>
                    <a:pt x="308" y="605"/>
                  </a:cubicBezTo>
                  <a:lnTo>
                    <a:pt x="3384" y="605"/>
                  </a:lnTo>
                  <a:cubicBezTo>
                    <a:pt x="3548" y="60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3"/>
            <p:cNvSpPr/>
            <p:nvPr/>
          </p:nvSpPr>
          <p:spPr>
            <a:xfrm>
              <a:off x="4953088" y="2020400"/>
              <a:ext cx="92050" cy="15150"/>
            </a:xfrm>
            <a:custGeom>
              <a:rect b="b" l="l" r="r" t="t"/>
              <a:pathLst>
                <a:path extrusionOk="0" h="606" w="3682">
                  <a:moveTo>
                    <a:pt x="308" y="1"/>
                  </a:moveTo>
                  <a:cubicBezTo>
                    <a:pt x="134" y="1"/>
                    <a:pt x="1" y="175"/>
                    <a:pt x="1" y="349"/>
                  </a:cubicBezTo>
                  <a:cubicBezTo>
                    <a:pt x="52" y="513"/>
                    <a:pt x="175" y="605"/>
                    <a:pt x="308" y="605"/>
                  </a:cubicBezTo>
                  <a:lnTo>
                    <a:pt x="3384" y="605"/>
                  </a:lnTo>
                  <a:cubicBezTo>
                    <a:pt x="3548" y="605"/>
                    <a:pt x="3681" y="431"/>
                    <a:pt x="3681" y="257"/>
                  </a:cubicBezTo>
                  <a:cubicBezTo>
                    <a:pt x="3640" y="134"/>
                    <a:pt x="3507" y="1"/>
                    <a:pt x="3384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3"/>
            <p:cNvSpPr/>
            <p:nvPr/>
          </p:nvSpPr>
          <p:spPr>
            <a:xfrm>
              <a:off x="4953088" y="2151875"/>
              <a:ext cx="70525" cy="14900"/>
            </a:xfrm>
            <a:custGeom>
              <a:rect b="b" l="l" r="r" t="t"/>
              <a:pathLst>
                <a:path extrusionOk="0" h="596" w="2821">
                  <a:moveTo>
                    <a:pt x="308" y="1"/>
                  </a:moveTo>
                  <a:cubicBezTo>
                    <a:pt x="134" y="1"/>
                    <a:pt x="1" y="175"/>
                    <a:pt x="1" y="339"/>
                  </a:cubicBezTo>
                  <a:cubicBezTo>
                    <a:pt x="52" y="472"/>
                    <a:pt x="175" y="595"/>
                    <a:pt x="308" y="595"/>
                  </a:cubicBezTo>
                  <a:lnTo>
                    <a:pt x="2482" y="595"/>
                  </a:lnTo>
                  <a:cubicBezTo>
                    <a:pt x="2656" y="595"/>
                    <a:pt x="2820" y="431"/>
                    <a:pt x="2779" y="257"/>
                  </a:cubicBezTo>
                  <a:cubicBezTo>
                    <a:pt x="2779" y="83"/>
                    <a:pt x="2656" y="1"/>
                    <a:pt x="248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9" name="Google Shape;539;p43"/>
          <p:cNvGrpSpPr/>
          <p:nvPr/>
        </p:nvGrpSpPr>
        <p:grpSpPr>
          <a:xfrm>
            <a:off x="7299562" y="1450200"/>
            <a:ext cx="346000" cy="343725"/>
            <a:chOff x="7008788" y="1976825"/>
            <a:chExt cx="346000" cy="343725"/>
          </a:xfrm>
        </p:grpSpPr>
        <p:sp>
          <p:nvSpPr>
            <p:cNvPr id="540" name="Google Shape;540;p43"/>
            <p:cNvSpPr/>
            <p:nvPr/>
          </p:nvSpPr>
          <p:spPr>
            <a:xfrm>
              <a:off x="7076188" y="1976825"/>
              <a:ext cx="232725" cy="293475"/>
            </a:xfrm>
            <a:custGeom>
              <a:rect b="b" l="l" r="r" t="t"/>
              <a:pathLst>
                <a:path extrusionOk="0" h="11739" w="9309">
                  <a:moveTo>
                    <a:pt x="1282" y="1"/>
                  </a:moveTo>
                  <a:cubicBezTo>
                    <a:pt x="554" y="1"/>
                    <a:pt x="0" y="554"/>
                    <a:pt x="0" y="1282"/>
                  </a:cubicBezTo>
                  <a:lnTo>
                    <a:pt x="0" y="6962"/>
                  </a:lnTo>
                  <a:lnTo>
                    <a:pt x="0" y="9863"/>
                  </a:lnTo>
                  <a:lnTo>
                    <a:pt x="0" y="10293"/>
                  </a:lnTo>
                  <a:lnTo>
                    <a:pt x="0" y="10375"/>
                  </a:lnTo>
                  <a:lnTo>
                    <a:pt x="0" y="10457"/>
                  </a:lnTo>
                  <a:cubicBezTo>
                    <a:pt x="0" y="11185"/>
                    <a:pt x="554" y="11739"/>
                    <a:pt x="1241" y="11739"/>
                  </a:cubicBezTo>
                  <a:lnTo>
                    <a:pt x="6233" y="11739"/>
                  </a:lnTo>
                  <a:lnTo>
                    <a:pt x="6233" y="11144"/>
                  </a:lnTo>
                  <a:lnTo>
                    <a:pt x="1282" y="11144"/>
                  </a:lnTo>
                  <a:cubicBezTo>
                    <a:pt x="892" y="11144"/>
                    <a:pt x="595" y="10847"/>
                    <a:pt x="595" y="10457"/>
                  </a:cubicBezTo>
                  <a:cubicBezTo>
                    <a:pt x="595" y="10078"/>
                    <a:pt x="892" y="9781"/>
                    <a:pt x="1282" y="9781"/>
                  </a:cubicBezTo>
                  <a:lnTo>
                    <a:pt x="6059" y="9781"/>
                  </a:lnTo>
                  <a:lnTo>
                    <a:pt x="6059" y="9176"/>
                  </a:lnTo>
                  <a:lnTo>
                    <a:pt x="1241" y="9176"/>
                  </a:lnTo>
                  <a:cubicBezTo>
                    <a:pt x="984" y="9176"/>
                    <a:pt x="728" y="9268"/>
                    <a:pt x="554" y="9391"/>
                  </a:cubicBezTo>
                  <a:lnTo>
                    <a:pt x="554" y="6962"/>
                  </a:lnTo>
                  <a:lnTo>
                    <a:pt x="554" y="1231"/>
                  </a:lnTo>
                  <a:cubicBezTo>
                    <a:pt x="554" y="852"/>
                    <a:pt x="851" y="554"/>
                    <a:pt x="1241" y="554"/>
                  </a:cubicBezTo>
                  <a:lnTo>
                    <a:pt x="8755" y="554"/>
                  </a:lnTo>
                  <a:lnTo>
                    <a:pt x="8755" y="8920"/>
                  </a:lnTo>
                  <a:lnTo>
                    <a:pt x="9309" y="8920"/>
                  </a:lnTo>
                  <a:lnTo>
                    <a:pt x="9309" y="298"/>
                  </a:lnTo>
                  <a:cubicBezTo>
                    <a:pt x="9309" y="124"/>
                    <a:pt x="9186" y="1"/>
                    <a:pt x="901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3"/>
            <p:cNvSpPr/>
            <p:nvPr/>
          </p:nvSpPr>
          <p:spPr>
            <a:xfrm>
              <a:off x="7218163" y="2184525"/>
              <a:ext cx="136625" cy="136025"/>
            </a:xfrm>
            <a:custGeom>
              <a:rect b="b" l="l" r="r" t="t"/>
              <a:pathLst>
                <a:path extrusionOk="0" h="5441" w="5465">
                  <a:moveTo>
                    <a:pt x="595" y="612"/>
                  </a:moveTo>
                  <a:lnTo>
                    <a:pt x="4019" y="960"/>
                  </a:lnTo>
                  <a:lnTo>
                    <a:pt x="3373" y="1596"/>
                  </a:lnTo>
                  <a:cubicBezTo>
                    <a:pt x="3332" y="1637"/>
                    <a:pt x="3332" y="1688"/>
                    <a:pt x="3291" y="1688"/>
                  </a:cubicBezTo>
                  <a:cubicBezTo>
                    <a:pt x="3250" y="1811"/>
                    <a:pt x="3291" y="1944"/>
                    <a:pt x="3373" y="2026"/>
                  </a:cubicBezTo>
                  <a:lnTo>
                    <a:pt x="4696" y="3349"/>
                  </a:lnTo>
                  <a:lnTo>
                    <a:pt x="3332" y="4712"/>
                  </a:lnTo>
                  <a:lnTo>
                    <a:pt x="2051" y="3349"/>
                  </a:lnTo>
                  <a:cubicBezTo>
                    <a:pt x="1969" y="3308"/>
                    <a:pt x="1877" y="3267"/>
                    <a:pt x="1836" y="3267"/>
                  </a:cubicBezTo>
                  <a:cubicBezTo>
                    <a:pt x="1754" y="3267"/>
                    <a:pt x="1661" y="3308"/>
                    <a:pt x="1620" y="3349"/>
                  </a:cubicBezTo>
                  <a:lnTo>
                    <a:pt x="944" y="4036"/>
                  </a:lnTo>
                  <a:lnTo>
                    <a:pt x="595" y="612"/>
                  </a:lnTo>
                  <a:close/>
                  <a:moveTo>
                    <a:pt x="231" y="1"/>
                  </a:moveTo>
                  <a:cubicBezTo>
                    <a:pt x="170" y="1"/>
                    <a:pt x="113" y="39"/>
                    <a:pt x="83" y="99"/>
                  </a:cubicBezTo>
                  <a:cubicBezTo>
                    <a:pt x="1" y="150"/>
                    <a:pt x="1" y="232"/>
                    <a:pt x="1" y="314"/>
                  </a:cubicBezTo>
                  <a:lnTo>
                    <a:pt x="431" y="4712"/>
                  </a:lnTo>
                  <a:cubicBezTo>
                    <a:pt x="431" y="4845"/>
                    <a:pt x="554" y="4968"/>
                    <a:pt x="728" y="4968"/>
                  </a:cubicBezTo>
                  <a:cubicBezTo>
                    <a:pt x="810" y="4968"/>
                    <a:pt x="892" y="4927"/>
                    <a:pt x="944" y="4886"/>
                  </a:cubicBezTo>
                  <a:lnTo>
                    <a:pt x="1836" y="3995"/>
                  </a:lnTo>
                  <a:lnTo>
                    <a:pt x="3117" y="5358"/>
                  </a:lnTo>
                  <a:cubicBezTo>
                    <a:pt x="3199" y="5399"/>
                    <a:pt x="3291" y="5440"/>
                    <a:pt x="3332" y="5440"/>
                  </a:cubicBezTo>
                  <a:cubicBezTo>
                    <a:pt x="3414" y="5440"/>
                    <a:pt x="3507" y="5399"/>
                    <a:pt x="3548" y="5358"/>
                  </a:cubicBezTo>
                  <a:lnTo>
                    <a:pt x="5342" y="3564"/>
                  </a:lnTo>
                  <a:cubicBezTo>
                    <a:pt x="5342" y="3564"/>
                    <a:pt x="5383" y="3523"/>
                    <a:pt x="5383" y="3482"/>
                  </a:cubicBezTo>
                  <a:cubicBezTo>
                    <a:pt x="5465" y="3349"/>
                    <a:pt x="5424" y="3226"/>
                    <a:pt x="5342" y="3133"/>
                  </a:cubicBezTo>
                  <a:lnTo>
                    <a:pt x="3968" y="1811"/>
                  </a:lnTo>
                  <a:lnTo>
                    <a:pt x="4870" y="960"/>
                  </a:lnTo>
                  <a:cubicBezTo>
                    <a:pt x="4911" y="868"/>
                    <a:pt x="4952" y="827"/>
                    <a:pt x="4952" y="745"/>
                  </a:cubicBezTo>
                  <a:cubicBezTo>
                    <a:pt x="4952" y="571"/>
                    <a:pt x="4829" y="448"/>
                    <a:pt x="4696" y="448"/>
                  </a:cubicBezTo>
                  <a:lnTo>
                    <a:pt x="298" y="17"/>
                  </a:lnTo>
                  <a:cubicBezTo>
                    <a:pt x="276" y="6"/>
                    <a:pt x="253" y="1"/>
                    <a:pt x="231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3"/>
            <p:cNvSpPr/>
            <p:nvPr/>
          </p:nvSpPr>
          <p:spPr>
            <a:xfrm>
              <a:off x="7135888" y="2021675"/>
              <a:ext cx="118700" cy="68200"/>
            </a:xfrm>
            <a:custGeom>
              <a:rect b="b" l="l" r="r" t="t"/>
              <a:pathLst>
                <a:path extrusionOk="0" h="2728" w="4748">
                  <a:moveTo>
                    <a:pt x="4183" y="554"/>
                  </a:moveTo>
                  <a:lnTo>
                    <a:pt x="4183" y="2174"/>
                  </a:lnTo>
                  <a:lnTo>
                    <a:pt x="595" y="2174"/>
                  </a:lnTo>
                  <a:lnTo>
                    <a:pt x="595" y="554"/>
                  </a:lnTo>
                  <a:close/>
                  <a:moveTo>
                    <a:pt x="298" y="1"/>
                  </a:moveTo>
                  <a:cubicBezTo>
                    <a:pt x="134" y="1"/>
                    <a:pt x="1" y="124"/>
                    <a:pt x="1" y="298"/>
                  </a:cubicBezTo>
                  <a:lnTo>
                    <a:pt x="1" y="2471"/>
                  </a:lnTo>
                  <a:cubicBezTo>
                    <a:pt x="1" y="2605"/>
                    <a:pt x="134" y="2728"/>
                    <a:pt x="298" y="2728"/>
                  </a:cubicBezTo>
                  <a:lnTo>
                    <a:pt x="4440" y="2728"/>
                  </a:lnTo>
                  <a:cubicBezTo>
                    <a:pt x="4614" y="2728"/>
                    <a:pt x="4747" y="2605"/>
                    <a:pt x="4747" y="2471"/>
                  </a:cubicBezTo>
                  <a:lnTo>
                    <a:pt x="4747" y="298"/>
                  </a:lnTo>
                  <a:cubicBezTo>
                    <a:pt x="4747" y="124"/>
                    <a:pt x="4614" y="1"/>
                    <a:pt x="444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3"/>
            <p:cNvSpPr/>
            <p:nvPr/>
          </p:nvSpPr>
          <p:spPr>
            <a:xfrm>
              <a:off x="7008788" y="2102675"/>
              <a:ext cx="38450" cy="15150"/>
            </a:xfrm>
            <a:custGeom>
              <a:rect b="b" l="l" r="r" t="t"/>
              <a:pathLst>
                <a:path extrusionOk="0" h="606" w="1538">
                  <a:moveTo>
                    <a:pt x="297" y="0"/>
                  </a:moveTo>
                  <a:cubicBezTo>
                    <a:pt x="133" y="0"/>
                    <a:pt x="0" y="175"/>
                    <a:pt x="41" y="349"/>
                  </a:cubicBezTo>
                  <a:cubicBezTo>
                    <a:pt x="41" y="472"/>
                    <a:pt x="174" y="605"/>
                    <a:pt x="349" y="605"/>
                  </a:cubicBezTo>
                  <a:lnTo>
                    <a:pt x="1241" y="605"/>
                  </a:lnTo>
                  <a:cubicBezTo>
                    <a:pt x="1415" y="605"/>
                    <a:pt x="1538" y="431"/>
                    <a:pt x="1497" y="257"/>
                  </a:cubicBezTo>
                  <a:cubicBezTo>
                    <a:pt x="1497" y="93"/>
                    <a:pt x="1374" y="0"/>
                    <a:pt x="120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3"/>
            <p:cNvSpPr/>
            <p:nvPr/>
          </p:nvSpPr>
          <p:spPr>
            <a:xfrm>
              <a:off x="7008788" y="2052775"/>
              <a:ext cx="39475" cy="26600"/>
            </a:xfrm>
            <a:custGeom>
              <a:rect b="b" l="l" r="r" t="t"/>
              <a:pathLst>
                <a:path extrusionOk="0" h="1064" w="1579">
                  <a:moveTo>
                    <a:pt x="327" y="1"/>
                  </a:moveTo>
                  <a:cubicBezTo>
                    <a:pt x="210" y="1"/>
                    <a:pt x="107" y="73"/>
                    <a:pt x="41" y="161"/>
                  </a:cubicBezTo>
                  <a:cubicBezTo>
                    <a:pt x="0" y="295"/>
                    <a:pt x="41" y="500"/>
                    <a:pt x="174" y="551"/>
                  </a:cubicBezTo>
                  <a:lnTo>
                    <a:pt x="1066" y="1012"/>
                  </a:lnTo>
                  <a:cubicBezTo>
                    <a:pt x="1118" y="1063"/>
                    <a:pt x="1200" y="1063"/>
                    <a:pt x="1241" y="1063"/>
                  </a:cubicBezTo>
                  <a:cubicBezTo>
                    <a:pt x="1323" y="1063"/>
                    <a:pt x="1456" y="1012"/>
                    <a:pt x="1497" y="889"/>
                  </a:cubicBezTo>
                  <a:cubicBezTo>
                    <a:pt x="1579" y="756"/>
                    <a:pt x="1497" y="592"/>
                    <a:pt x="1374" y="500"/>
                  </a:cubicBezTo>
                  <a:lnTo>
                    <a:pt x="472" y="38"/>
                  </a:lnTo>
                  <a:cubicBezTo>
                    <a:pt x="422" y="12"/>
                    <a:pt x="374" y="1"/>
                    <a:pt x="327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3"/>
            <p:cNvSpPr/>
            <p:nvPr/>
          </p:nvSpPr>
          <p:spPr>
            <a:xfrm>
              <a:off x="7008788" y="2141125"/>
              <a:ext cx="39475" cy="26675"/>
            </a:xfrm>
            <a:custGeom>
              <a:rect b="b" l="l" r="r" t="t"/>
              <a:pathLst>
                <a:path extrusionOk="0" h="1067" w="1579">
                  <a:moveTo>
                    <a:pt x="1235" y="0"/>
                  </a:moveTo>
                  <a:cubicBezTo>
                    <a:pt x="1181" y="0"/>
                    <a:pt x="1124" y="14"/>
                    <a:pt x="1066" y="41"/>
                  </a:cubicBezTo>
                  <a:lnTo>
                    <a:pt x="174" y="513"/>
                  </a:lnTo>
                  <a:cubicBezTo>
                    <a:pt x="41" y="554"/>
                    <a:pt x="0" y="728"/>
                    <a:pt x="41" y="902"/>
                  </a:cubicBezTo>
                  <a:cubicBezTo>
                    <a:pt x="133" y="984"/>
                    <a:pt x="215" y="1066"/>
                    <a:pt x="349" y="1066"/>
                  </a:cubicBezTo>
                  <a:cubicBezTo>
                    <a:pt x="390" y="1066"/>
                    <a:pt x="431" y="1025"/>
                    <a:pt x="472" y="1025"/>
                  </a:cubicBezTo>
                  <a:lnTo>
                    <a:pt x="1374" y="554"/>
                  </a:lnTo>
                  <a:cubicBezTo>
                    <a:pt x="1497" y="472"/>
                    <a:pt x="1579" y="297"/>
                    <a:pt x="1497" y="174"/>
                  </a:cubicBezTo>
                  <a:cubicBezTo>
                    <a:pt x="1442" y="57"/>
                    <a:pt x="1345" y="0"/>
                    <a:pt x="1235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6" name="Google Shape;546;p43"/>
          <p:cNvCxnSpPr>
            <a:stCxn id="517" idx="2"/>
            <a:endCxn id="522" idx="0"/>
          </p:cNvCxnSpPr>
          <p:nvPr/>
        </p:nvCxnSpPr>
        <p:spPr>
          <a:xfrm flipH="1" rot="-5400000">
            <a:off x="4677224" y="3033275"/>
            <a:ext cx="410400" cy="17127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7" name="Google Shape;547;p43"/>
          <p:cNvCxnSpPr>
            <a:stCxn id="519" idx="2"/>
            <a:endCxn id="522" idx="0"/>
          </p:cNvCxnSpPr>
          <p:nvPr/>
        </p:nvCxnSpPr>
        <p:spPr>
          <a:xfrm flipH="1" rot="-5400000">
            <a:off x="5533947" y="3889325"/>
            <a:ext cx="4104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p43"/>
          <p:cNvCxnSpPr>
            <a:stCxn id="521" idx="2"/>
            <a:endCxn id="522" idx="0"/>
          </p:cNvCxnSpPr>
          <p:nvPr/>
        </p:nvCxnSpPr>
        <p:spPr>
          <a:xfrm rot="5400000">
            <a:off x="6400526" y="3022775"/>
            <a:ext cx="410400" cy="17337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4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000"/>
              <a:t>Conclusion</a:t>
            </a:r>
            <a:endParaRPr/>
          </a:p>
        </p:txBody>
      </p:sp>
      <p:sp>
        <p:nvSpPr>
          <p:cNvPr id="554" name="Google Shape;554;p44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Key findings, challenges, and future work</a:t>
            </a:r>
            <a:endParaRPr/>
          </a:p>
        </p:txBody>
      </p:sp>
      <p:sp>
        <p:nvSpPr>
          <p:cNvPr id="555" name="Google Shape;555;p44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300">
                <a:solidFill>
                  <a:schemeClr val="lt1"/>
                </a:solidFill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5"/>
          <p:cNvSpPr/>
          <p:nvPr/>
        </p:nvSpPr>
        <p:spPr>
          <a:xfrm>
            <a:off x="4613825" y="2891975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5"/>
          <p:cNvSpPr/>
          <p:nvPr/>
        </p:nvSpPr>
        <p:spPr>
          <a:xfrm>
            <a:off x="4613825" y="1324363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5"/>
          <p:cNvSpPr/>
          <p:nvPr/>
        </p:nvSpPr>
        <p:spPr>
          <a:xfrm>
            <a:off x="1237775" y="2891975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5"/>
          <p:cNvSpPr/>
          <p:nvPr/>
        </p:nvSpPr>
        <p:spPr>
          <a:xfrm>
            <a:off x="1237775" y="1324363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Key Findings</a:t>
            </a:r>
            <a:endParaRPr/>
          </a:p>
        </p:txBody>
      </p:sp>
      <p:sp>
        <p:nvSpPr>
          <p:cNvPr id="565" name="Google Shape;565;p45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With proper prompt engineering and two-pass filtering, LLMs can maintain secrets reliably</a:t>
            </a:r>
            <a:endParaRPr/>
          </a:p>
        </p:txBody>
      </p:sp>
      <p:sp>
        <p:nvSpPr>
          <p:cNvPr id="566" name="Google Shape;566;p45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Distinct personas remained stable across extended interrogations with varied questioning</a:t>
            </a:r>
            <a:endParaRPr/>
          </a:p>
        </p:txBody>
      </p:sp>
      <p:sp>
        <p:nvSpPr>
          <p:cNvPr id="567" name="Google Shape;567;p45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Without critique agent, suspects occasionally leaked information under pressure</a:t>
            </a:r>
            <a:endParaRPr/>
          </a:p>
        </p:txBody>
      </p:sp>
      <p:sp>
        <p:nvSpPr>
          <p:cNvPr id="568" name="Google Shape;568;p45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latin typeface="Hanken Grotesk"/>
                <a:ea typeface="Hanken Grotesk"/>
                <a:cs typeface="Hanken Grotesk"/>
                <a:sym typeface="Hanken Grotesk"/>
              </a:rPr>
              <a:t>The adversarial dynamic creates genuinely challenging and fun detective experience</a:t>
            </a:r>
            <a:endParaRPr/>
          </a:p>
        </p:txBody>
      </p:sp>
      <p:sp>
        <p:nvSpPr>
          <p:cNvPr id="569" name="Google Shape;569;p45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Information Hiding Works</a:t>
            </a:r>
            <a:endParaRPr/>
          </a:p>
        </p:txBody>
      </p:sp>
      <p:sp>
        <p:nvSpPr>
          <p:cNvPr id="570" name="Google Shape;570;p45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Character Consistency</a:t>
            </a:r>
            <a:endParaRPr/>
          </a:p>
        </p:txBody>
      </p:sp>
      <p:sp>
        <p:nvSpPr>
          <p:cNvPr id="571" name="Google Shape;571;p45"/>
          <p:cNvSpPr txBox="1"/>
          <p:nvPr>
            <p:ph idx="7" type="subTitle"/>
          </p:nvPr>
        </p:nvSpPr>
        <p:spPr>
          <a:xfrm>
            <a:off x="1797159" y="3188488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Safety Layer Essential</a:t>
            </a:r>
            <a:endParaRPr/>
          </a:p>
        </p:txBody>
      </p:sp>
      <p:sp>
        <p:nvSpPr>
          <p:cNvPr id="572" name="Google Shape;572;p45"/>
          <p:cNvSpPr txBox="1"/>
          <p:nvPr>
            <p:ph idx="8" type="subTitle"/>
          </p:nvPr>
        </p:nvSpPr>
        <p:spPr>
          <a:xfrm>
            <a:off x="5132667" y="2891863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900">
                <a:latin typeface="Figtree Black"/>
                <a:ea typeface="Figtree Black"/>
                <a:cs typeface="Figtree Black"/>
                <a:sym typeface="Figtree Black"/>
              </a:rPr>
              <a:t>Engaging Gameplay</a:t>
            </a:r>
            <a:endParaRPr/>
          </a:p>
        </p:txBody>
      </p:sp>
      <p:grpSp>
        <p:nvGrpSpPr>
          <p:cNvPr id="573" name="Google Shape;573;p45"/>
          <p:cNvGrpSpPr/>
          <p:nvPr/>
        </p:nvGrpSpPr>
        <p:grpSpPr>
          <a:xfrm>
            <a:off x="4700000" y="3011600"/>
            <a:ext cx="343950" cy="277075"/>
            <a:chOff x="4735263" y="2554500"/>
            <a:chExt cx="343950" cy="277075"/>
          </a:xfrm>
        </p:grpSpPr>
        <p:sp>
          <p:nvSpPr>
            <p:cNvPr id="574" name="Google Shape;574;p45"/>
            <p:cNvSpPr/>
            <p:nvPr/>
          </p:nvSpPr>
          <p:spPr>
            <a:xfrm>
              <a:off x="4942588" y="2603450"/>
              <a:ext cx="92800" cy="15150"/>
            </a:xfrm>
            <a:custGeom>
              <a:rect b="b" l="l" r="r" t="t"/>
              <a:pathLst>
                <a:path extrusionOk="0" h="606" w="3712">
                  <a:moveTo>
                    <a:pt x="339" y="1"/>
                  </a:moveTo>
                  <a:cubicBezTo>
                    <a:pt x="165" y="1"/>
                    <a:pt x="1" y="175"/>
                    <a:pt x="42" y="349"/>
                  </a:cubicBezTo>
                  <a:cubicBezTo>
                    <a:pt x="83" y="472"/>
                    <a:pt x="216" y="605"/>
                    <a:pt x="339" y="605"/>
                  </a:cubicBezTo>
                  <a:lnTo>
                    <a:pt x="3414" y="605"/>
                  </a:lnTo>
                  <a:cubicBezTo>
                    <a:pt x="3589" y="605"/>
                    <a:pt x="3712" y="431"/>
                    <a:pt x="3671" y="257"/>
                  </a:cubicBezTo>
                  <a:cubicBezTo>
                    <a:pt x="3671" y="9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5"/>
            <p:cNvSpPr/>
            <p:nvPr/>
          </p:nvSpPr>
          <p:spPr>
            <a:xfrm>
              <a:off x="4833663" y="2652650"/>
              <a:ext cx="38475" cy="14900"/>
            </a:xfrm>
            <a:custGeom>
              <a:rect b="b" l="l" r="r" t="t"/>
              <a:pathLst>
                <a:path extrusionOk="0" h="596" w="1539">
                  <a:moveTo>
                    <a:pt x="339" y="1"/>
                  </a:moveTo>
                  <a:cubicBezTo>
                    <a:pt x="124" y="1"/>
                    <a:pt x="1" y="175"/>
                    <a:pt x="42" y="339"/>
                  </a:cubicBezTo>
                  <a:cubicBezTo>
                    <a:pt x="42" y="472"/>
                    <a:pt x="165" y="596"/>
                    <a:pt x="339" y="596"/>
                  </a:cubicBezTo>
                  <a:lnTo>
                    <a:pt x="1190" y="596"/>
                  </a:lnTo>
                  <a:cubicBezTo>
                    <a:pt x="1364" y="596"/>
                    <a:pt x="1538" y="431"/>
                    <a:pt x="1497" y="257"/>
                  </a:cubicBezTo>
                  <a:cubicBezTo>
                    <a:pt x="1446" y="83"/>
                    <a:pt x="1323" y="1"/>
                    <a:pt x="1190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5"/>
            <p:cNvSpPr/>
            <p:nvPr/>
          </p:nvSpPr>
          <p:spPr>
            <a:xfrm>
              <a:off x="4942588" y="2652650"/>
              <a:ext cx="92800" cy="14900"/>
            </a:xfrm>
            <a:custGeom>
              <a:rect b="b" l="l" r="r" t="t"/>
              <a:pathLst>
                <a:path extrusionOk="0" h="596" w="3712">
                  <a:moveTo>
                    <a:pt x="339" y="1"/>
                  </a:moveTo>
                  <a:cubicBezTo>
                    <a:pt x="165" y="1"/>
                    <a:pt x="1" y="175"/>
                    <a:pt x="42" y="339"/>
                  </a:cubicBezTo>
                  <a:cubicBezTo>
                    <a:pt x="83" y="472"/>
                    <a:pt x="216" y="596"/>
                    <a:pt x="339" y="596"/>
                  </a:cubicBezTo>
                  <a:lnTo>
                    <a:pt x="3414" y="596"/>
                  </a:lnTo>
                  <a:cubicBezTo>
                    <a:pt x="3589" y="596"/>
                    <a:pt x="3712" y="431"/>
                    <a:pt x="3671" y="257"/>
                  </a:cubicBezTo>
                  <a:cubicBezTo>
                    <a:pt x="3671" y="83"/>
                    <a:pt x="3548" y="1"/>
                    <a:pt x="337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5"/>
            <p:cNvSpPr/>
            <p:nvPr/>
          </p:nvSpPr>
          <p:spPr>
            <a:xfrm>
              <a:off x="4942588" y="2701875"/>
              <a:ext cx="92800" cy="14875"/>
            </a:xfrm>
            <a:custGeom>
              <a:rect b="b" l="l" r="r" t="t"/>
              <a:pathLst>
                <a:path extrusionOk="0" h="595" w="3712">
                  <a:moveTo>
                    <a:pt x="339" y="0"/>
                  </a:moveTo>
                  <a:cubicBezTo>
                    <a:pt x="165" y="0"/>
                    <a:pt x="1" y="164"/>
                    <a:pt x="42" y="338"/>
                  </a:cubicBezTo>
                  <a:cubicBezTo>
                    <a:pt x="83" y="513"/>
                    <a:pt x="216" y="595"/>
                    <a:pt x="339" y="595"/>
                  </a:cubicBezTo>
                  <a:lnTo>
                    <a:pt x="3414" y="595"/>
                  </a:lnTo>
                  <a:cubicBezTo>
                    <a:pt x="3589" y="595"/>
                    <a:pt x="3712" y="472"/>
                    <a:pt x="3671" y="256"/>
                  </a:cubicBezTo>
                  <a:cubicBezTo>
                    <a:pt x="3671" y="123"/>
                    <a:pt x="3548" y="0"/>
                    <a:pt x="3373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5"/>
            <p:cNvSpPr/>
            <p:nvPr/>
          </p:nvSpPr>
          <p:spPr>
            <a:xfrm>
              <a:off x="4735263" y="2554500"/>
              <a:ext cx="343950" cy="277075"/>
            </a:xfrm>
            <a:custGeom>
              <a:rect b="b" l="l" r="r" t="t"/>
              <a:pathLst>
                <a:path extrusionOk="0" h="11083" w="13758">
                  <a:moveTo>
                    <a:pt x="1753" y="595"/>
                  </a:moveTo>
                  <a:lnTo>
                    <a:pt x="1753" y="8069"/>
                  </a:lnTo>
                  <a:lnTo>
                    <a:pt x="605" y="8069"/>
                  </a:lnTo>
                  <a:lnTo>
                    <a:pt x="605" y="595"/>
                  </a:lnTo>
                  <a:close/>
                  <a:moveTo>
                    <a:pt x="5126" y="595"/>
                  </a:moveTo>
                  <a:cubicBezTo>
                    <a:pt x="5690" y="595"/>
                    <a:pt x="6243" y="851"/>
                    <a:pt x="6582" y="1282"/>
                  </a:cubicBezTo>
                  <a:lnTo>
                    <a:pt x="6582" y="8540"/>
                  </a:lnTo>
                  <a:cubicBezTo>
                    <a:pt x="6151" y="8243"/>
                    <a:pt x="5639" y="8069"/>
                    <a:pt x="5126" y="8069"/>
                  </a:cubicBezTo>
                  <a:lnTo>
                    <a:pt x="4101" y="8069"/>
                  </a:lnTo>
                  <a:lnTo>
                    <a:pt x="4101" y="6449"/>
                  </a:lnTo>
                  <a:cubicBezTo>
                    <a:pt x="4152" y="6490"/>
                    <a:pt x="4193" y="6490"/>
                    <a:pt x="4234" y="6490"/>
                  </a:cubicBezTo>
                  <a:lnTo>
                    <a:pt x="5126" y="6490"/>
                  </a:lnTo>
                  <a:cubicBezTo>
                    <a:pt x="5259" y="6490"/>
                    <a:pt x="5382" y="6408"/>
                    <a:pt x="5433" y="6233"/>
                  </a:cubicBezTo>
                  <a:cubicBezTo>
                    <a:pt x="5433" y="6059"/>
                    <a:pt x="5300" y="5895"/>
                    <a:pt x="5126" y="5895"/>
                  </a:cubicBezTo>
                  <a:lnTo>
                    <a:pt x="4234" y="5895"/>
                  </a:lnTo>
                  <a:cubicBezTo>
                    <a:pt x="4193" y="5895"/>
                    <a:pt x="4152" y="5936"/>
                    <a:pt x="4101" y="5936"/>
                  </a:cubicBezTo>
                  <a:lnTo>
                    <a:pt x="4101" y="2522"/>
                  </a:lnTo>
                  <a:cubicBezTo>
                    <a:pt x="4152" y="2522"/>
                    <a:pt x="4193" y="2563"/>
                    <a:pt x="4234" y="2563"/>
                  </a:cubicBezTo>
                  <a:lnTo>
                    <a:pt x="5126" y="2563"/>
                  </a:lnTo>
                  <a:cubicBezTo>
                    <a:pt x="5259" y="2563"/>
                    <a:pt x="5382" y="2430"/>
                    <a:pt x="5433" y="2307"/>
                  </a:cubicBezTo>
                  <a:cubicBezTo>
                    <a:pt x="5433" y="2133"/>
                    <a:pt x="5300" y="1959"/>
                    <a:pt x="5126" y="1959"/>
                  </a:cubicBezTo>
                  <a:lnTo>
                    <a:pt x="4234" y="1959"/>
                  </a:lnTo>
                  <a:cubicBezTo>
                    <a:pt x="4193" y="1959"/>
                    <a:pt x="4152" y="1959"/>
                    <a:pt x="4101" y="2010"/>
                  </a:cubicBezTo>
                  <a:lnTo>
                    <a:pt x="4101" y="595"/>
                  </a:lnTo>
                  <a:close/>
                  <a:moveTo>
                    <a:pt x="13163" y="595"/>
                  </a:moveTo>
                  <a:lnTo>
                    <a:pt x="13163" y="8069"/>
                  </a:lnTo>
                  <a:lnTo>
                    <a:pt x="8632" y="8069"/>
                  </a:lnTo>
                  <a:cubicBezTo>
                    <a:pt x="8119" y="8069"/>
                    <a:pt x="7607" y="8243"/>
                    <a:pt x="7176" y="8540"/>
                  </a:cubicBezTo>
                  <a:lnTo>
                    <a:pt x="7176" y="1282"/>
                  </a:lnTo>
                  <a:cubicBezTo>
                    <a:pt x="7525" y="851"/>
                    <a:pt x="8078" y="595"/>
                    <a:pt x="8632" y="595"/>
                  </a:cubicBezTo>
                  <a:close/>
                  <a:moveTo>
                    <a:pt x="1753" y="8673"/>
                  </a:moveTo>
                  <a:lnTo>
                    <a:pt x="1753" y="9606"/>
                  </a:lnTo>
                  <a:lnTo>
                    <a:pt x="605" y="9606"/>
                  </a:lnTo>
                  <a:lnTo>
                    <a:pt x="605" y="8673"/>
                  </a:lnTo>
                  <a:close/>
                  <a:moveTo>
                    <a:pt x="5126" y="8673"/>
                  </a:moveTo>
                  <a:cubicBezTo>
                    <a:pt x="5556" y="8673"/>
                    <a:pt x="5987" y="8837"/>
                    <a:pt x="6325" y="9094"/>
                  </a:cubicBezTo>
                  <a:cubicBezTo>
                    <a:pt x="6110" y="9227"/>
                    <a:pt x="5946" y="9391"/>
                    <a:pt x="5813" y="9606"/>
                  </a:cubicBezTo>
                  <a:lnTo>
                    <a:pt x="4101" y="9606"/>
                  </a:lnTo>
                  <a:lnTo>
                    <a:pt x="4101" y="8673"/>
                  </a:lnTo>
                  <a:close/>
                  <a:moveTo>
                    <a:pt x="13163" y="8673"/>
                  </a:moveTo>
                  <a:lnTo>
                    <a:pt x="13163" y="9606"/>
                  </a:lnTo>
                  <a:lnTo>
                    <a:pt x="7945" y="9606"/>
                  </a:lnTo>
                  <a:cubicBezTo>
                    <a:pt x="7822" y="9391"/>
                    <a:pt x="7648" y="9227"/>
                    <a:pt x="7433" y="9094"/>
                  </a:cubicBezTo>
                  <a:cubicBezTo>
                    <a:pt x="7781" y="8837"/>
                    <a:pt x="8201" y="8673"/>
                    <a:pt x="8632" y="8673"/>
                  </a:cubicBezTo>
                  <a:close/>
                  <a:moveTo>
                    <a:pt x="3506" y="595"/>
                  </a:moveTo>
                  <a:lnTo>
                    <a:pt x="3506" y="10211"/>
                  </a:lnTo>
                  <a:lnTo>
                    <a:pt x="3127" y="9904"/>
                  </a:lnTo>
                  <a:cubicBezTo>
                    <a:pt x="3076" y="9863"/>
                    <a:pt x="2994" y="9821"/>
                    <a:pt x="2953" y="9821"/>
                  </a:cubicBezTo>
                  <a:cubicBezTo>
                    <a:pt x="2871" y="9821"/>
                    <a:pt x="2819" y="9863"/>
                    <a:pt x="2778" y="9904"/>
                  </a:cubicBezTo>
                  <a:lnTo>
                    <a:pt x="2358" y="10211"/>
                  </a:lnTo>
                  <a:lnTo>
                    <a:pt x="2358" y="595"/>
                  </a:lnTo>
                  <a:close/>
                  <a:moveTo>
                    <a:pt x="308" y="1"/>
                  </a:moveTo>
                  <a:cubicBezTo>
                    <a:pt x="133" y="1"/>
                    <a:pt x="0" y="124"/>
                    <a:pt x="0" y="298"/>
                  </a:cubicBezTo>
                  <a:lnTo>
                    <a:pt x="0" y="8366"/>
                  </a:lnTo>
                  <a:lnTo>
                    <a:pt x="0" y="9904"/>
                  </a:lnTo>
                  <a:cubicBezTo>
                    <a:pt x="0" y="10078"/>
                    <a:pt x="133" y="10211"/>
                    <a:pt x="308" y="10211"/>
                  </a:cubicBezTo>
                  <a:lnTo>
                    <a:pt x="1753" y="10211"/>
                  </a:lnTo>
                  <a:lnTo>
                    <a:pt x="1753" y="10765"/>
                  </a:lnTo>
                  <a:cubicBezTo>
                    <a:pt x="1753" y="10847"/>
                    <a:pt x="1794" y="10929"/>
                    <a:pt x="1886" y="11021"/>
                  </a:cubicBezTo>
                  <a:cubicBezTo>
                    <a:pt x="1927" y="11062"/>
                    <a:pt x="1992" y="11082"/>
                    <a:pt x="2056" y="11082"/>
                  </a:cubicBezTo>
                  <a:cubicBezTo>
                    <a:pt x="2120" y="11082"/>
                    <a:pt x="2184" y="11062"/>
                    <a:pt x="2225" y="11021"/>
                  </a:cubicBezTo>
                  <a:lnTo>
                    <a:pt x="2953" y="10508"/>
                  </a:lnTo>
                  <a:lnTo>
                    <a:pt x="3639" y="11021"/>
                  </a:lnTo>
                  <a:cubicBezTo>
                    <a:pt x="3680" y="11062"/>
                    <a:pt x="3762" y="11062"/>
                    <a:pt x="3803" y="11062"/>
                  </a:cubicBezTo>
                  <a:cubicBezTo>
                    <a:pt x="3844" y="11062"/>
                    <a:pt x="3937" y="11062"/>
                    <a:pt x="3978" y="11021"/>
                  </a:cubicBezTo>
                  <a:cubicBezTo>
                    <a:pt x="4060" y="10980"/>
                    <a:pt x="4101" y="10888"/>
                    <a:pt x="4101" y="10765"/>
                  </a:cubicBezTo>
                  <a:lnTo>
                    <a:pt x="4101" y="10211"/>
                  </a:lnTo>
                  <a:lnTo>
                    <a:pt x="5987" y="10211"/>
                  </a:lnTo>
                  <a:cubicBezTo>
                    <a:pt x="6110" y="10211"/>
                    <a:pt x="6243" y="10119"/>
                    <a:pt x="6284" y="9996"/>
                  </a:cubicBezTo>
                  <a:cubicBezTo>
                    <a:pt x="6366" y="9739"/>
                    <a:pt x="6623" y="9565"/>
                    <a:pt x="6879" y="9565"/>
                  </a:cubicBezTo>
                  <a:cubicBezTo>
                    <a:pt x="7135" y="9565"/>
                    <a:pt x="7350" y="9698"/>
                    <a:pt x="7433" y="9955"/>
                  </a:cubicBezTo>
                  <a:lnTo>
                    <a:pt x="7484" y="9996"/>
                  </a:lnTo>
                  <a:cubicBezTo>
                    <a:pt x="7525" y="10119"/>
                    <a:pt x="7607" y="10211"/>
                    <a:pt x="7740" y="10211"/>
                  </a:cubicBezTo>
                  <a:lnTo>
                    <a:pt x="13460" y="10211"/>
                  </a:lnTo>
                  <a:cubicBezTo>
                    <a:pt x="13635" y="10211"/>
                    <a:pt x="13758" y="10078"/>
                    <a:pt x="13758" y="9904"/>
                  </a:cubicBezTo>
                  <a:lnTo>
                    <a:pt x="13758" y="8366"/>
                  </a:lnTo>
                  <a:lnTo>
                    <a:pt x="13758" y="8161"/>
                  </a:lnTo>
                  <a:lnTo>
                    <a:pt x="13758" y="298"/>
                  </a:lnTo>
                  <a:cubicBezTo>
                    <a:pt x="13758" y="124"/>
                    <a:pt x="13635" y="1"/>
                    <a:pt x="13460" y="1"/>
                  </a:cubicBezTo>
                  <a:lnTo>
                    <a:pt x="8632" y="1"/>
                  </a:lnTo>
                  <a:cubicBezTo>
                    <a:pt x="7996" y="1"/>
                    <a:pt x="7350" y="257"/>
                    <a:pt x="6879" y="728"/>
                  </a:cubicBezTo>
                  <a:cubicBezTo>
                    <a:pt x="6407" y="257"/>
                    <a:pt x="5772" y="1"/>
                    <a:pt x="51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9" name="Google Shape;579;p45"/>
          <p:cNvGrpSpPr/>
          <p:nvPr/>
        </p:nvGrpSpPr>
        <p:grpSpPr>
          <a:xfrm>
            <a:off x="1323933" y="1410450"/>
            <a:ext cx="343975" cy="344100"/>
            <a:chOff x="1003188" y="1986175"/>
            <a:chExt cx="343975" cy="344100"/>
          </a:xfrm>
        </p:grpSpPr>
        <p:sp>
          <p:nvSpPr>
            <p:cNvPr id="580" name="Google Shape;580;p45"/>
            <p:cNvSpPr/>
            <p:nvPr/>
          </p:nvSpPr>
          <p:spPr>
            <a:xfrm>
              <a:off x="1090863" y="1986175"/>
              <a:ext cx="168650" cy="173150"/>
            </a:xfrm>
            <a:custGeom>
              <a:rect b="b" l="l" r="r" t="t"/>
              <a:pathLst>
                <a:path extrusionOk="0" h="6926" w="6746">
                  <a:moveTo>
                    <a:pt x="1743" y="1503"/>
                  </a:moveTo>
                  <a:cubicBezTo>
                    <a:pt x="2471" y="1503"/>
                    <a:pt x="3075" y="2056"/>
                    <a:pt x="3075" y="2825"/>
                  </a:cubicBezTo>
                  <a:lnTo>
                    <a:pt x="3075" y="3553"/>
                  </a:lnTo>
                  <a:lnTo>
                    <a:pt x="1917" y="3553"/>
                  </a:lnTo>
                  <a:cubicBezTo>
                    <a:pt x="1189" y="3553"/>
                    <a:pt x="595" y="2959"/>
                    <a:pt x="595" y="2231"/>
                  </a:cubicBezTo>
                  <a:lnTo>
                    <a:pt x="595" y="1503"/>
                  </a:lnTo>
                  <a:close/>
                  <a:moveTo>
                    <a:pt x="6151" y="2825"/>
                  </a:moveTo>
                  <a:lnTo>
                    <a:pt x="6151" y="3553"/>
                  </a:lnTo>
                  <a:cubicBezTo>
                    <a:pt x="6151" y="4281"/>
                    <a:pt x="5546" y="4835"/>
                    <a:pt x="4818" y="4835"/>
                  </a:cubicBezTo>
                  <a:lnTo>
                    <a:pt x="3670" y="4835"/>
                  </a:lnTo>
                  <a:lnTo>
                    <a:pt x="3670" y="4107"/>
                  </a:lnTo>
                  <a:cubicBezTo>
                    <a:pt x="3670" y="3379"/>
                    <a:pt x="4265" y="2825"/>
                    <a:pt x="4992" y="2825"/>
                  </a:cubicBezTo>
                  <a:close/>
                  <a:moveTo>
                    <a:pt x="3362" y="0"/>
                  </a:moveTo>
                  <a:cubicBezTo>
                    <a:pt x="3208" y="0"/>
                    <a:pt x="3075" y="156"/>
                    <a:pt x="3075" y="303"/>
                  </a:cubicBezTo>
                  <a:lnTo>
                    <a:pt x="3075" y="1421"/>
                  </a:lnTo>
                  <a:cubicBezTo>
                    <a:pt x="2727" y="1113"/>
                    <a:pt x="2255" y="908"/>
                    <a:pt x="1743" y="908"/>
                  </a:cubicBezTo>
                  <a:lnTo>
                    <a:pt x="297" y="908"/>
                  </a:lnTo>
                  <a:cubicBezTo>
                    <a:pt x="123" y="908"/>
                    <a:pt x="0" y="1031"/>
                    <a:pt x="0" y="1206"/>
                  </a:cubicBezTo>
                  <a:lnTo>
                    <a:pt x="0" y="2231"/>
                  </a:lnTo>
                  <a:cubicBezTo>
                    <a:pt x="0" y="3256"/>
                    <a:pt x="851" y="4107"/>
                    <a:pt x="1917" y="4107"/>
                  </a:cubicBezTo>
                  <a:lnTo>
                    <a:pt x="3075" y="4107"/>
                  </a:lnTo>
                  <a:lnTo>
                    <a:pt x="3075" y="5132"/>
                  </a:lnTo>
                  <a:lnTo>
                    <a:pt x="3075" y="6629"/>
                  </a:lnTo>
                  <a:cubicBezTo>
                    <a:pt x="3075" y="6752"/>
                    <a:pt x="3157" y="6885"/>
                    <a:pt x="3332" y="6926"/>
                  </a:cubicBezTo>
                  <a:cubicBezTo>
                    <a:pt x="3496" y="6926"/>
                    <a:pt x="3670" y="6803"/>
                    <a:pt x="3670" y="6629"/>
                  </a:cubicBezTo>
                  <a:lnTo>
                    <a:pt x="3670" y="5429"/>
                  </a:lnTo>
                  <a:lnTo>
                    <a:pt x="4818" y="5429"/>
                  </a:lnTo>
                  <a:cubicBezTo>
                    <a:pt x="5895" y="5429"/>
                    <a:pt x="6745" y="4578"/>
                    <a:pt x="6745" y="3553"/>
                  </a:cubicBezTo>
                  <a:lnTo>
                    <a:pt x="6745" y="2528"/>
                  </a:lnTo>
                  <a:cubicBezTo>
                    <a:pt x="6745" y="2354"/>
                    <a:pt x="6612" y="2231"/>
                    <a:pt x="6448" y="2231"/>
                  </a:cubicBezTo>
                  <a:lnTo>
                    <a:pt x="4992" y="2231"/>
                  </a:lnTo>
                  <a:cubicBezTo>
                    <a:pt x="4480" y="2231"/>
                    <a:pt x="4008" y="2395"/>
                    <a:pt x="3670" y="2743"/>
                  </a:cubicBezTo>
                  <a:lnTo>
                    <a:pt x="3670" y="303"/>
                  </a:lnTo>
                  <a:cubicBezTo>
                    <a:pt x="3670" y="180"/>
                    <a:pt x="3588" y="6"/>
                    <a:pt x="3414" y="6"/>
                  </a:cubicBezTo>
                  <a:cubicBezTo>
                    <a:pt x="3396" y="2"/>
                    <a:pt x="3379" y="0"/>
                    <a:pt x="3362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5"/>
            <p:cNvSpPr/>
            <p:nvPr/>
          </p:nvSpPr>
          <p:spPr>
            <a:xfrm>
              <a:off x="1003188" y="2144500"/>
              <a:ext cx="343975" cy="185775"/>
            </a:xfrm>
            <a:custGeom>
              <a:rect b="b" l="l" r="r" t="t"/>
              <a:pathLst>
                <a:path extrusionOk="0" h="7431" w="13759">
                  <a:moveTo>
                    <a:pt x="6873" y="584"/>
                  </a:moveTo>
                  <a:cubicBezTo>
                    <a:pt x="7777" y="584"/>
                    <a:pt x="8639" y="1011"/>
                    <a:pt x="9186" y="1751"/>
                  </a:cubicBezTo>
                  <a:cubicBezTo>
                    <a:pt x="9145" y="1751"/>
                    <a:pt x="9145" y="1751"/>
                    <a:pt x="9094" y="1700"/>
                  </a:cubicBezTo>
                  <a:cubicBezTo>
                    <a:pt x="8889" y="1659"/>
                    <a:pt x="8674" y="1577"/>
                    <a:pt x="8376" y="1577"/>
                  </a:cubicBezTo>
                  <a:cubicBezTo>
                    <a:pt x="7772" y="1577"/>
                    <a:pt x="7218" y="1915"/>
                    <a:pt x="6880" y="2387"/>
                  </a:cubicBezTo>
                  <a:cubicBezTo>
                    <a:pt x="6531" y="1915"/>
                    <a:pt x="5978" y="1577"/>
                    <a:pt x="5383" y="1577"/>
                  </a:cubicBezTo>
                  <a:cubicBezTo>
                    <a:pt x="5086" y="1577"/>
                    <a:pt x="4870" y="1659"/>
                    <a:pt x="4655" y="1700"/>
                  </a:cubicBezTo>
                  <a:cubicBezTo>
                    <a:pt x="4614" y="1751"/>
                    <a:pt x="4614" y="1751"/>
                    <a:pt x="4573" y="1751"/>
                  </a:cubicBezTo>
                  <a:cubicBezTo>
                    <a:pt x="4911" y="1280"/>
                    <a:pt x="5424" y="931"/>
                    <a:pt x="5978" y="726"/>
                  </a:cubicBezTo>
                  <a:cubicBezTo>
                    <a:pt x="6274" y="630"/>
                    <a:pt x="6576" y="584"/>
                    <a:pt x="6873" y="584"/>
                  </a:cubicBezTo>
                  <a:close/>
                  <a:moveTo>
                    <a:pt x="5424" y="2172"/>
                  </a:moveTo>
                  <a:cubicBezTo>
                    <a:pt x="6070" y="2172"/>
                    <a:pt x="6582" y="2725"/>
                    <a:pt x="6582" y="3371"/>
                  </a:cubicBezTo>
                  <a:lnTo>
                    <a:pt x="6582" y="4314"/>
                  </a:lnTo>
                  <a:cubicBezTo>
                    <a:pt x="6193" y="4099"/>
                    <a:pt x="5762" y="3966"/>
                    <a:pt x="5301" y="3966"/>
                  </a:cubicBezTo>
                  <a:lnTo>
                    <a:pt x="1026" y="3966"/>
                  </a:lnTo>
                  <a:lnTo>
                    <a:pt x="1026" y="3330"/>
                  </a:lnTo>
                  <a:cubicBezTo>
                    <a:pt x="1026" y="3074"/>
                    <a:pt x="1282" y="2817"/>
                    <a:pt x="1580" y="2817"/>
                  </a:cubicBezTo>
                  <a:cubicBezTo>
                    <a:pt x="2646" y="2817"/>
                    <a:pt x="3712" y="2643"/>
                    <a:pt x="4737" y="2305"/>
                  </a:cubicBezTo>
                  <a:cubicBezTo>
                    <a:pt x="4788" y="2305"/>
                    <a:pt x="4829" y="2305"/>
                    <a:pt x="4829" y="2264"/>
                  </a:cubicBezTo>
                  <a:cubicBezTo>
                    <a:pt x="5045" y="2213"/>
                    <a:pt x="5168" y="2172"/>
                    <a:pt x="5424" y="2172"/>
                  </a:cubicBezTo>
                  <a:close/>
                  <a:moveTo>
                    <a:pt x="8325" y="2172"/>
                  </a:moveTo>
                  <a:cubicBezTo>
                    <a:pt x="8581" y="2172"/>
                    <a:pt x="8715" y="2213"/>
                    <a:pt x="8930" y="2264"/>
                  </a:cubicBezTo>
                  <a:cubicBezTo>
                    <a:pt x="8930" y="2305"/>
                    <a:pt x="8971" y="2305"/>
                    <a:pt x="9012" y="2305"/>
                  </a:cubicBezTo>
                  <a:cubicBezTo>
                    <a:pt x="10037" y="2643"/>
                    <a:pt x="11103" y="2817"/>
                    <a:pt x="12170" y="2817"/>
                  </a:cubicBezTo>
                  <a:cubicBezTo>
                    <a:pt x="12477" y="2817"/>
                    <a:pt x="12733" y="3074"/>
                    <a:pt x="12733" y="3330"/>
                  </a:cubicBezTo>
                  <a:lnTo>
                    <a:pt x="12733" y="3966"/>
                  </a:lnTo>
                  <a:lnTo>
                    <a:pt x="8458" y="3966"/>
                  </a:lnTo>
                  <a:cubicBezTo>
                    <a:pt x="7987" y="3966"/>
                    <a:pt x="7556" y="4099"/>
                    <a:pt x="7177" y="4314"/>
                  </a:cubicBezTo>
                  <a:lnTo>
                    <a:pt x="7177" y="3371"/>
                  </a:lnTo>
                  <a:cubicBezTo>
                    <a:pt x="7177" y="2725"/>
                    <a:pt x="7690" y="2172"/>
                    <a:pt x="8325" y="2172"/>
                  </a:cubicBezTo>
                  <a:close/>
                  <a:moveTo>
                    <a:pt x="13154" y="4570"/>
                  </a:moveTo>
                  <a:lnTo>
                    <a:pt x="13154" y="5719"/>
                  </a:lnTo>
                  <a:lnTo>
                    <a:pt x="8243" y="5719"/>
                  </a:lnTo>
                  <a:cubicBezTo>
                    <a:pt x="7946" y="5719"/>
                    <a:pt x="7690" y="5934"/>
                    <a:pt x="7649" y="6231"/>
                  </a:cubicBezTo>
                  <a:cubicBezTo>
                    <a:pt x="7556" y="6569"/>
                    <a:pt x="7259" y="6826"/>
                    <a:pt x="6880" y="6826"/>
                  </a:cubicBezTo>
                  <a:cubicBezTo>
                    <a:pt x="6490" y="6826"/>
                    <a:pt x="6193" y="6569"/>
                    <a:pt x="6111" y="6231"/>
                  </a:cubicBezTo>
                  <a:cubicBezTo>
                    <a:pt x="6070" y="5934"/>
                    <a:pt x="5814" y="5719"/>
                    <a:pt x="5506" y="5719"/>
                  </a:cubicBezTo>
                  <a:lnTo>
                    <a:pt x="596" y="5719"/>
                  </a:lnTo>
                  <a:lnTo>
                    <a:pt x="596" y="4570"/>
                  </a:lnTo>
                  <a:lnTo>
                    <a:pt x="5301" y="4570"/>
                  </a:lnTo>
                  <a:cubicBezTo>
                    <a:pt x="5814" y="4570"/>
                    <a:pt x="6326" y="4775"/>
                    <a:pt x="6664" y="5124"/>
                  </a:cubicBezTo>
                  <a:cubicBezTo>
                    <a:pt x="6726" y="5186"/>
                    <a:pt x="6800" y="5216"/>
                    <a:pt x="6876" y="5216"/>
                  </a:cubicBezTo>
                  <a:cubicBezTo>
                    <a:pt x="6952" y="5216"/>
                    <a:pt x="7028" y="5186"/>
                    <a:pt x="7095" y="5124"/>
                  </a:cubicBezTo>
                  <a:cubicBezTo>
                    <a:pt x="7474" y="4775"/>
                    <a:pt x="7946" y="4570"/>
                    <a:pt x="8458" y="4570"/>
                  </a:cubicBezTo>
                  <a:close/>
                  <a:moveTo>
                    <a:pt x="6872" y="1"/>
                  </a:moveTo>
                  <a:cubicBezTo>
                    <a:pt x="6513" y="1"/>
                    <a:pt x="6156" y="54"/>
                    <a:pt x="5814" y="162"/>
                  </a:cubicBezTo>
                  <a:cubicBezTo>
                    <a:pt x="4911" y="470"/>
                    <a:pt x="4143" y="1105"/>
                    <a:pt x="3763" y="1956"/>
                  </a:cubicBezTo>
                  <a:cubicBezTo>
                    <a:pt x="3035" y="2131"/>
                    <a:pt x="2308" y="2213"/>
                    <a:pt x="1580" y="2213"/>
                  </a:cubicBezTo>
                  <a:cubicBezTo>
                    <a:pt x="985" y="2213"/>
                    <a:pt x="473" y="2725"/>
                    <a:pt x="473" y="3330"/>
                  </a:cubicBezTo>
                  <a:lnTo>
                    <a:pt x="473" y="3966"/>
                  </a:lnTo>
                  <a:lnTo>
                    <a:pt x="298" y="3966"/>
                  </a:lnTo>
                  <a:cubicBezTo>
                    <a:pt x="124" y="3966"/>
                    <a:pt x="1" y="4099"/>
                    <a:pt x="1" y="4263"/>
                  </a:cubicBezTo>
                  <a:lnTo>
                    <a:pt x="1" y="6016"/>
                  </a:lnTo>
                  <a:cubicBezTo>
                    <a:pt x="1" y="6190"/>
                    <a:pt x="124" y="6313"/>
                    <a:pt x="298" y="6313"/>
                  </a:cubicBezTo>
                  <a:lnTo>
                    <a:pt x="5506" y="6313"/>
                  </a:lnTo>
                  <a:cubicBezTo>
                    <a:pt x="5506" y="6313"/>
                    <a:pt x="5557" y="6313"/>
                    <a:pt x="5557" y="6364"/>
                  </a:cubicBezTo>
                  <a:cubicBezTo>
                    <a:pt x="5680" y="6959"/>
                    <a:pt x="6234" y="7431"/>
                    <a:pt x="6880" y="7431"/>
                  </a:cubicBezTo>
                  <a:cubicBezTo>
                    <a:pt x="7515" y="7431"/>
                    <a:pt x="8069" y="6959"/>
                    <a:pt x="8202" y="6364"/>
                  </a:cubicBezTo>
                  <a:cubicBezTo>
                    <a:pt x="8202" y="6313"/>
                    <a:pt x="8243" y="6313"/>
                    <a:pt x="8243" y="6313"/>
                  </a:cubicBezTo>
                  <a:lnTo>
                    <a:pt x="13451" y="6313"/>
                  </a:lnTo>
                  <a:cubicBezTo>
                    <a:pt x="13625" y="6313"/>
                    <a:pt x="13758" y="6190"/>
                    <a:pt x="13758" y="6016"/>
                  </a:cubicBezTo>
                  <a:lnTo>
                    <a:pt x="13758" y="4263"/>
                  </a:lnTo>
                  <a:cubicBezTo>
                    <a:pt x="13758" y="4099"/>
                    <a:pt x="13625" y="3966"/>
                    <a:pt x="13451" y="3966"/>
                  </a:cubicBezTo>
                  <a:lnTo>
                    <a:pt x="13328" y="3966"/>
                  </a:lnTo>
                  <a:lnTo>
                    <a:pt x="13328" y="3330"/>
                  </a:lnTo>
                  <a:cubicBezTo>
                    <a:pt x="13328" y="2725"/>
                    <a:pt x="12815" y="2213"/>
                    <a:pt x="12221" y="2213"/>
                  </a:cubicBezTo>
                  <a:cubicBezTo>
                    <a:pt x="11452" y="2213"/>
                    <a:pt x="10724" y="2131"/>
                    <a:pt x="10037" y="1956"/>
                  </a:cubicBezTo>
                  <a:cubicBezTo>
                    <a:pt x="9658" y="1239"/>
                    <a:pt x="9053" y="634"/>
                    <a:pt x="8325" y="296"/>
                  </a:cubicBezTo>
                  <a:cubicBezTo>
                    <a:pt x="7858" y="100"/>
                    <a:pt x="7363" y="1"/>
                    <a:pt x="687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2" name="Google Shape;582;p45"/>
          <p:cNvGrpSpPr/>
          <p:nvPr/>
        </p:nvGrpSpPr>
        <p:grpSpPr>
          <a:xfrm>
            <a:off x="4711150" y="1410638"/>
            <a:ext cx="321650" cy="343725"/>
            <a:chOff x="4017663" y="1976825"/>
            <a:chExt cx="321650" cy="343725"/>
          </a:xfrm>
        </p:grpSpPr>
        <p:sp>
          <p:nvSpPr>
            <p:cNvPr id="583" name="Google Shape;583;p45"/>
            <p:cNvSpPr/>
            <p:nvPr/>
          </p:nvSpPr>
          <p:spPr>
            <a:xfrm>
              <a:off x="4224988" y="1984275"/>
              <a:ext cx="78950" cy="78950"/>
            </a:xfrm>
            <a:custGeom>
              <a:rect b="b" l="l" r="r" t="t"/>
              <a:pathLst>
                <a:path extrusionOk="0" h="3158" w="3158">
                  <a:moveTo>
                    <a:pt x="0" y="0"/>
                  </a:moveTo>
                  <a:lnTo>
                    <a:pt x="0" y="1538"/>
                  </a:lnTo>
                  <a:cubicBezTo>
                    <a:pt x="0" y="1702"/>
                    <a:pt x="164" y="1835"/>
                    <a:pt x="298" y="1835"/>
                  </a:cubicBezTo>
                  <a:lnTo>
                    <a:pt x="1323" y="1835"/>
                  </a:lnTo>
                  <a:lnTo>
                    <a:pt x="1323" y="2860"/>
                  </a:lnTo>
                  <a:cubicBezTo>
                    <a:pt x="1323" y="3035"/>
                    <a:pt x="1446" y="3158"/>
                    <a:pt x="1620" y="3158"/>
                  </a:cubicBezTo>
                  <a:lnTo>
                    <a:pt x="3158" y="3158"/>
                  </a:lnTo>
                  <a:lnTo>
                    <a:pt x="3158" y="2563"/>
                  </a:lnTo>
                  <a:lnTo>
                    <a:pt x="1917" y="2563"/>
                  </a:lnTo>
                  <a:lnTo>
                    <a:pt x="1917" y="1538"/>
                  </a:lnTo>
                  <a:cubicBezTo>
                    <a:pt x="1917" y="1405"/>
                    <a:pt x="1794" y="1282"/>
                    <a:pt x="1620" y="1282"/>
                  </a:cubicBezTo>
                  <a:lnTo>
                    <a:pt x="595" y="1282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5"/>
            <p:cNvSpPr/>
            <p:nvPr/>
          </p:nvSpPr>
          <p:spPr>
            <a:xfrm>
              <a:off x="4224988" y="2234150"/>
              <a:ext cx="78950" cy="78950"/>
            </a:xfrm>
            <a:custGeom>
              <a:rect b="b" l="l" r="r" t="t"/>
              <a:pathLst>
                <a:path extrusionOk="0" h="3158" w="3158">
                  <a:moveTo>
                    <a:pt x="1620" y="0"/>
                  </a:moveTo>
                  <a:cubicBezTo>
                    <a:pt x="1446" y="0"/>
                    <a:pt x="1323" y="123"/>
                    <a:pt x="1323" y="298"/>
                  </a:cubicBezTo>
                  <a:lnTo>
                    <a:pt x="1323" y="1323"/>
                  </a:lnTo>
                  <a:lnTo>
                    <a:pt x="298" y="1323"/>
                  </a:lnTo>
                  <a:cubicBezTo>
                    <a:pt x="164" y="1323"/>
                    <a:pt x="0" y="1446"/>
                    <a:pt x="0" y="1620"/>
                  </a:cubicBezTo>
                  <a:lnTo>
                    <a:pt x="0" y="3158"/>
                  </a:lnTo>
                  <a:lnTo>
                    <a:pt x="595" y="3158"/>
                  </a:lnTo>
                  <a:lnTo>
                    <a:pt x="595" y="1917"/>
                  </a:lnTo>
                  <a:lnTo>
                    <a:pt x="1620" y="1917"/>
                  </a:lnTo>
                  <a:cubicBezTo>
                    <a:pt x="1794" y="1917"/>
                    <a:pt x="1917" y="1794"/>
                    <a:pt x="1917" y="1620"/>
                  </a:cubicBezTo>
                  <a:lnTo>
                    <a:pt x="1917" y="595"/>
                  </a:lnTo>
                  <a:lnTo>
                    <a:pt x="3158" y="595"/>
                  </a:lnTo>
                  <a:lnTo>
                    <a:pt x="3158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5"/>
            <p:cNvSpPr/>
            <p:nvPr/>
          </p:nvSpPr>
          <p:spPr>
            <a:xfrm>
              <a:off x="4267538" y="2141125"/>
              <a:ext cx="18225" cy="15125"/>
            </a:xfrm>
            <a:custGeom>
              <a:rect b="b" l="l" r="r" t="t"/>
              <a:pathLst>
                <a:path extrusionOk="0" h="605" w="729">
                  <a:moveTo>
                    <a:pt x="349" y="0"/>
                  </a:moveTo>
                  <a:cubicBezTo>
                    <a:pt x="257" y="0"/>
                    <a:pt x="174" y="41"/>
                    <a:pt x="92" y="133"/>
                  </a:cubicBezTo>
                  <a:cubicBezTo>
                    <a:pt x="0" y="390"/>
                    <a:pt x="133" y="605"/>
                    <a:pt x="349" y="605"/>
                  </a:cubicBezTo>
                  <a:cubicBezTo>
                    <a:pt x="564" y="605"/>
                    <a:pt x="728" y="390"/>
                    <a:pt x="646" y="174"/>
                  </a:cubicBezTo>
                  <a:cubicBezTo>
                    <a:pt x="605" y="92"/>
                    <a:pt x="472" y="0"/>
                    <a:pt x="390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5"/>
            <p:cNvSpPr/>
            <p:nvPr/>
          </p:nvSpPr>
          <p:spPr>
            <a:xfrm>
              <a:off x="4017663" y="1976825"/>
              <a:ext cx="321650" cy="343725"/>
            </a:xfrm>
            <a:custGeom>
              <a:rect b="b" l="l" r="r" t="t"/>
              <a:pathLst>
                <a:path extrusionOk="0" h="13749" w="12866">
                  <a:moveTo>
                    <a:pt x="2399" y="595"/>
                  </a:moveTo>
                  <a:lnTo>
                    <a:pt x="2399" y="2471"/>
                  </a:lnTo>
                  <a:cubicBezTo>
                    <a:pt x="2184" y="2307"/>
                    <a:pt x="1886" y="2215"/>
                    <a:pt x="1589" y="2215"/>
                  </a:cubicBezTo>
                  <a:lnTo>
                    <a:pt x="1240" y="2215"/>
                  </a:lnTo>
                  <a:lnTo>
                    <a:pt x="1240" y="595"/>
                  </a:lnTo>
                  <a:close/>
                  <a:moveTo>
                    <a:pt x="1589" y="2820"/>
                  </a:moveTo>
                  <a:cubicBezTo>
                    <a:pt x="2009" y="2820"/>
                    <a:pt x="2399" y="3117"/>
                    <a:pt x="2399" y="3589"/>
                  </a:cubicBezTo>
                  <a:cubicBezTo>
                    <a:pt x="2399" y="4009"/>
                    <a:pt x="2050" y="4399"/>
                    <a:pt x="1589" y="4399"/>
                  </a:cubicBezTo>
                  <a:lnTo>
                    <a:pt x="605" y="4399"/>
                  </a:lnTo>
                  <a:lnTo>
                    <a:pt x="605" y="2820"/>
                  </a:lnTo>
                  <a:close/>
                  <a:moveTo>
                    <a:pt x="11707" y="5424"/>
                  </a:moveTo>
                  <a:cubicBezTo>
                    <a:pt x="12005" y="5424"/>
                    <a:pt x="12220" y="5680"/>
                    <a:pt x="12220" y="5936"/>
                  </a:cubicBezTo>
                  <a:lnTo>
                    <a:pt x="12220" y="7812"/>
                  </a:lnTo>
                  <a:cubicBezTo>
                    <a:pt x="12220" y="8110"/>
                    <a:pt x="12005" y="8325"/>
                    <a:pt x="11707" y="8325"/>
                  </a:cubicBezTo>
                  <a:lnTo>
                    <a:pt x="10385" y="8325"/>
                  </a:lnTo>
                  <a:cubicBezTo>
                    <a:pt x="9534" y="8325"/>
                    <a:pt x="8847" y="7638"/>
                    <a:pt x="8888" y="6787"/>
                  </a:cubicBezTo>
                  <a:cubicBezTo>
                    <a:pt x="8929" y="6018"/>
                    <a:pt x="9575" y="5424"/>
                    <a:pt x="10344" y="5424"/>
                  </a:cubicBezTo>
                  <a:close/>
                  <a:moveTo>
                    <a:pt x="2399" y="4737"/>
                  </a:moveTo>
                  <a:lnTo>
                    <a:pt x="2399" y="9012"/>
                  </a:lnTo>
                  <a:cubicBezTo>
                    <a:pt x="2184" y="8838"/>
                    <a:pt x="1886" y="8756"/>
                    <a:pt x="1589" y="8756"/>
                  </a:cubicBezTo>
                  <a:lnTo>
                    <a:pt x="1240" y="8756"/>
                  </a:lnTo>
                  <a:lnTo>
                    <a:pt x="1240" y="4993"/>
                  </a:lnTo>
                  <a:lnTo>
                    <a:pt x="1589" y="4993"/>
                  </a:lnTo>
                  <a:cubicBezTo>
                    <a:pt x="1886" y="4993"/>
                    <a:pt x="2184" y="4870"/>
                    <a:pt x="2399" y="4737"/>
                  </a:cubicBezTo>
                  <a:close/>
                  <a:moveTo>
                    <a:pt x="1589" y="9350"/>
                  </a:moveTo>
                  <a:cubicBezTo>
                    <a:pt x="2009" y="9350"/>
                    <a:pt x="2399" y="9688"/>
                    <a:pt x="2399" y="10119"/>
                  </a:cubicBezTo>
                  <a:cubicBezTo>
                    <a:pt x="2399" y="10591"/>
                    <a:pt x="2050" y="10929"/>
                    <a:pt x="1589" y="10929"/>
                  </a:cubicBezTo>
                  <a:lnTo>
                    <a:pt x="605" y="10929"/>
                  </a:lnTo>
                  <a:lnTo>
                    <a:pt x="605" y="9350"/>
                  </a:lnTo>
                  <a:close/>
                  <a:moveTo>
                    <a:pt x="2399" y="11277"/>
                  </a:moveTo>
                  <a:lnTo>
                    <a:pt x="2399" y="13153"/>
                  </a:lnTo>
                  <a:lnTo>
                    <a:pt x="1240" y="13153"/>
                  </a:lnTo>
                  <a:lnTo>
                    <a:pt x="1240" y="11534"/>
                  </a:lnTo>
                  <a:lnTo>
                    <a:pt x="1589" y="11534"/>
                  </a:lnTo>
                  <a:cubicBezTo>
                    <a:pt x="1886" y="11534"/>
                    <a:pt x="2184" y="11441"/>
                    <a:pt x="2399" y="11277"/>
                  </a:cubicBezTo>
                  <a:close/>
                  <a:moveTo>
                    <a:pt x="11154" y="595"/>
                  </a:moveTo>
                  <a:lnTo>
                    <a:pt x="11154" y="4819"/>
                  </a:lnTo>
                  <a:lnTo>
                    <a:pt x="10385" y="4819"/>
                  </a:lnTo>
                  <a:cubicBezTo>
                    <a:pt x="9226" y="4819"/>
                    <a:pt x="8293" y="5762"/>
                    <a:pt x="8334" y="6921"/>
                  </a:cubicBezTo>
                  <a:cubicBezTo>
                    <a:pt x="8334" y="8028"/>
                    <a:pt x="9226" y="8920"/>
                    <a:pt x="10385" y="8920"/>
                  </a:cubicBezTo>
                  <a:lnTo>
                    <a:pt x="11154" y="8920"/>
                  </a:lnTo>
                  <a:lnTo>
                    <a:pt x="11154" y="13194"/>
                  </a:lnTo>
                  <a:lnTo>
                    <a:pt x="2993" y="13194"/>
                  </a:lnTo>
                  <a:lnTo>
                    <a:pt x="2993" y="595"/>
                  </a:lnTo>
                  <a:close/>
                  <a:moveTo>
                    <a:pt x="943" y="1"/>
                  </a:moveTo>
                  <a:cubicBezTo>
                    <a:pt x="769" y="1"/>
                    <a:pt x="646" y="124"/>
                    <a:pt x="646" y="298"/>
                  </a:cubicBezTo>
                  <a:lnTo>
                    <a:pt x="646" y="2215"/>
                  </a:lnTo>
                  <a:lnTo>
                    <a:pt x="308" y="2215"/>
                  </a:lnTo>
                  <a:cubicBezTo>
                    <a:pt x="133" y="2215"/>
                    <a:pt x="0" y="2348"/>
                    <a:pt x="0" y="2512"/>
                  </a:cubicBezTo>
                  <a:lnTo>
                    <a:pt x="0" y="4696"/>
                  </a:lnTo>
                  <a:cubicBezTo>
                    <a:pt x="0" y="4819"/>
                    <a:pt x="133" y="4993"/>
                    <a:pt x="308" y="4993"/>
                  </a:cubicBezTo>
                  <a:lnTo>
                    <a:pt x="646" y="4993"/>
                  </a:lnTo>
                  <a:lnTo>
                    <a:pt x="646" y="8756"/>
                  </a:lnTo>
                  <a:lnTo>
                    <a:pt x="308" y="8756"/>
                  </a:lnTo>
                  <a:cubicBezTo>
                    <a:pt x="133" y="8756"/>
                    <a:pt x="0" y="8879"/>
                    <a:pt x="0" y="9053"/>
                  </a:cubicBezTo>
                  <a:lnTo>
                    <a:pt x="0" y="11226"/>
                  </a:lnTo>
                  <a:cubicBezTo>
                    <a:pt x="0" y="11400"/>
                    <a:pt x="133" y="11534"/>
                    <a:pt x="308" y="11534"/>
                  </a:cubicBezTo>
                  <a:lnTo>
                    <a:pt x="646" y="11534"/>
                  </a:lnTo>
                  <a:lnTo>
                    <a:pt x="646" y="13451"/>
                  </a:lnTo>
                  <a:cubicBezTo>
                    <a:pt x="646" y="13625"/>
                    <a:pt x="769" y="13748"/>
                    <a:pt x="943" y="13748"/>
                  </a:cubicBezTo>
                  <a:lnTo>
                    <a:pt x="11451" y="13748"/>
                  </a:lnTo>
                  <a:cubicBezTo>
                    <a:pt x="11625" y="13748"/>
                    <a:pt x="11748" y="13625"/>
                    <a:pt x="11748" y="13451"/>
                  </a:cubicBezTo>
                  <a:lnTo>
                    <a:pt x="11748" y="8879"/>
                  </a:lnTo>
                  <a:cubicBezTo>
                    <a:pt x="12353" y="8879"/>
                    <a:pt x="12866" y="8407"/>
                    <a:pt x="12866" y="7771"/>
                  </a:cubicBezTo>
                  <a:lnTo>
                    <a:pt x="12866" y="5936"/>
                  </a:lnTo>
                  <a:cubicBezTo>
                    <a:pt x="12866" y="5332"/>
                    <a:pt x="12353" y="4870"/>
                    <a:pt x="11748" y="4819"/>
                  </a:cubicBezTo>
                  <a:lnTo>
                    <a:pt x="11748" y="298"/>
                  </a:lnTo>
                  <a:cubicBezTo>
                    <a:pt x="11748" y="124"/>
                    <a:pt x="11625" y="1"/>
                    <a:pt x="1145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5"/>
            <p:cNvSpPr/>
            <p:nvPr/>
          </p:nvSpPr>
          <p:spPr>
            <a:xfrm>
              <a:off x="4126563" y="2048350"/>
              <a:ext cx="92050" cy="14875"/>
            </a:xfrm>
            <a:custGeom>
              <a:rect b="b" l="l" r="r" t="t"/>
              <a:pathLst>
                <a:path extrusionOk="0" h="595" w="3682">
                  <a:moveTo>
                    <a:pt x="308" y="0"/>
                  </a:moveTo>
                  <a:cubicBezTo>
                    <a:pt x="134" y="0"/>
                    <a:pt x="1" y="123"/>
                    <a:pt x="1" y="338"/>
                  </a:cubicBezTo>
                  <a:cubicBezTo>
                    <a:pt x="52" y="472"/>
                    <a:pt x="175" y="595"/>
                    <a:pt x="308" y="595"/>
                  </a:cubicBezTo>
                  <a:lnTo>
                    <a:pt x="3384" y="595"/>
                  </a:lnTo>
                  <a:cubicBezTo>
                    <a:pt x="3548" y="595"/>
                    <a:pt x="3681" y="420"/>
                    <a:pt x="3681" y="256"/>
                  </a:cubicBezTo>
                  <a:cubicBezTo>
                    <a:pt x="3640" y="82"/>
                    <a:pt x="3507" y="0"/>
                    <a:pt x="3384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5"/>
            <p:cNvSpPr/>
            <p:nvPr/>
          </p:nvSpPr>
          <p:spPr>
            <a:xfrm>
              <a:off x="4137338" y="2092175"/>
              <a:ext cx="70500" cy="14875"/>
            </a:xfrm>
            <a:custGeom>
              <a:rect b="b" l="l" r="r" t="t"/>
              <a:pathLst>
                <a:path extrusionOk="0" h="595" w="2820">
                  <a:moveTo>
                    <a:pt x="298" y="0"/>
                  </a:moveTo>
                  <a:cubicBezTo>
                    <a:pt x="134" y="0"/>
                    <a:pt x="0" y="123"/>
                    <a:pt x="41" y="338"/>
                  </a:cubicBezTo>
                  <a:cubicBezTo>
                    <a:pt x="41" y="461"/>
                    <a:pt x="175" y="595"/>
                    <a:pt x="339" y="595"/>
                  </a:cubicBezTo>
                  <a:lnTo>
                    <a:pt x="2522" y="595"/>
                  </a:lnTo>
                  <a:cubicBezTo>
                    <a:pt x="2697" y="595"/>
                    <a:pt x="2820" y="420"/>
                    <a:pt x="2820" y="205"/>
                  </a:cubicBezTo>
                  <a:cubicBezTo>
                    <a:pt x="2779" y="82"/>
                    <a:pt x="2645" y="0"/>
                    <a:pt x="2481" y="0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9" name="Google Shape;589;p45"/>
          <p:cNvGrpSpPr/>
          <p:nvPr/>
        </p:nvGrpSpPr>
        <p:grpSpPr>
          <a:xfrm>
            <a:off x="1323946" y="2978275"/>
            <a:ext cx="343950" cy="343725"/>
            <a:chOff x="3287238" y="1976825"/>
            <a:chExt cx="343950" cy="343725"/>
          </a:xfrm>
        </p:grpSpPr>
        <p:sp>
          <p:nvSpPr>
            <p:cNvPr id="590" name="Google Shape;590;p45"/>
            <p:cNvSpPr/>
            <p:nvPr/>
          </p:nvSpPr>
          <p:spPr>
            <a:xfrm>
              <a:off x="3339763" y="2075000"/>
              <a:ext cx="43600" cy="14875"/>
            </a:xfrm>
            <a:custGeom>
              <a:rect b="b" l="l" r="r" t="t"/>
              <a:pathLst>
                <a:path extrusionOk="0" h="595" w="1744">
                  <a:moveTo>
                    <a:pt x="1" y="0"/>
                  </a:moveTo>
                  <a:lnTo>
                    <a:pt x="1" y="595"/>
                  </a:lnTo>
                  <a:lnTo>
                    <a:pt x="1744" y="595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5"/>
            <p:cNvSpPr/>
            <p:nvPr/>
          </p:nvSpPr>
          <p:spPr>
            <a:xfrm>
              <a:off x="3339763" y="2115475"/>
              <a:ext cx="43600" cy="15150"/>
            </a:xfrm>
            <a:custGeom>
              <a:rect b="b" l="l" r="r" t="t"/>
              <a:pathLst>
                <a:path extrusionOk="0" h="606" w="1744">
                  <a:moveTo>
                    <a:pt x="1" y="1"/>
                  </a:moveTo>
                  <a:lnTo>
                    <a:pt x="1" y="606"/>
                  </a:lnTo>
                  <a:lnTo>
                    <a:pt x="1744" y="606"/>
                  </a:lnTo>
                  <a:lnTo>
                    <a:pt x="1744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5"/>
            <p:cNvSpPr/>
            <p:nvPr/>
          </p:nvSpPr>
          <p:spPr>
            <a:xfrm>
              <a:off x="3427163" y="2051425"/>
              <a:ext cx="43850" cy="13850"/>
            </a:xfrm>
            <a:custGeom>
              <a:rect b="b" l="l" r="r" t="t"/>
              <a:pathLst>
                <a:path extrusionOk="0" h="554" w="1754">
                  <a:moveTo>
                    <a:pt x="1" y="0"/>
                  </a:moveTo>
                  <a:lnTo>
                    <a:pt x="1" y="554"/>
                  </a:lnTo>
                  <a:lnTo>
                    <a:pt x="1754" y="554"/>
                  </a:lnTo>
                  <a:lnTo>
                    <a:pt x="175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5"/>
            <p:cNvSpPr/>
            <p:nvPr/>
          </p:nvSpPr>
          <p:spPr>
            <a:xfrm>
              <a:off x="3427163" y="2090875"/>
              <a:ext cx="43850" cy="15150"/>
            </a:xfrm>
            <a:custGeom>
              <a:rect b="b" l="l" r="r" t="t"/>
              <a:pathLst>
                <a:path extrusionOk="0" h="606" w="1754">
                  <a:moveTo>
                    <a:pt x="1" y="1"/>
                  </a:moveTo>
                  <a:lnTo>
                    <a:pt x="1" y="606"/>
                  </a:lnTo>
                  <a:lnTo>
                    <a:pt x="1754" y="606"/>
                  </a:lnTo>
                  <a:lnTo>
                    <a:pt x="1754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5"/>
            <p:cNvSpPr/>
            <p:nvPr/>
          </p:nvSpPr>
          <p:spPr>
            <a:xfrm>
              <a:off x="3287238" y="1976825"/>
              <a:ext cx="343950" cy="343725"/>
            </a:xfrm>
            <a:custGeom>
              <a:rect b="b" l="l" r="r" t="t"/>
              <a:pathLst>
                <a:path extrusionOk="0" h="13749" w="13758">
                  <a:moveTo>
                    <a:pt x="8806" y="2984"/>
                  </a:moveTo>
                  <a:lnTo>
                    <a:pt x="11328" y="10888"/>
                  </a:lnTo>
                  <a:lnTo>
                    <a:pt x="10211" y="11318"/>
                  </a:lnTo>
                  <a:lnTo>
                    <a:pt x="7740" y="3415"/>
                  </a:lnTo>
                  <a:lnTo>
                    <a:pt x="8806" y="2984"/>
                  </a:lnTo>
                  <a:close/>
                  <a:moveTo>
                    <a:pt x="3547" y="1744"/>
                  </a:moveTo>
                  <a:lnTo>
                    <a:pt x="3547" y="2471"/>
                  </a:lnTo>
                  <a:lnTo>
                    <a:pt x="3547" y="2769"/>
                  </a:lnTo>
                  <a:lnTo>
                    <a:pt x="3547" y="11400"/>
                  </a:lnTo>
                  <a:lnTo>
                    <a:pt x="2399" y="11400"/>
                  </a:lnTo>
                  <a:lnTo>
                    <a:pt x="2399" y="1744"/>
                  </a:lnTo>
                  <a:close/>
                  <a:moveTo>
                    <a:pt x="5300" y="3076"/>
                  </a:moveTo>
                  <a:lnTo>
                    <a:pt x="5300" y="11400"/>
                  </a:lnTo>
                  <a:lnTo>
                    <a:pt x="4152" y="11400"/>
                  </a:lnTo>
                  <a:lnTo>
                    <a:pt x="4152" y="3076"/>
                  </a:lnTo>
                  <a:close/>
                  <a:moveTo>
                    <a:pt x="7053" y="595"/>
                  </a:moveTo>
                  <a:lnTo>
                    <a:pt x="7053" y="11400"/>
                  </a:lnTo>
                  <a:lnTo>
                    <a:pt x="5895" y="11400"/>
                  </a:lnTo>
                  <a:lnTo>
                    <a:pt x="5895" y="2471"/>
                  </a:lnTo>
                  <a:lnTo>
                    <a:pt x="5895" y="595"/>
                  </a:lnTo>
                  <a:close/>
                  <a:moveTo>
                    <a:pt x="7648" y="5127"/>
                  </a:moveTo>
                  <a:lnTo>
                    <a:pt x="9657" y="11400"/>
                  </a:lnTo>
                  <a:lnTo>
                    <a:pt x="7648" y="11400"/>
                  </a:lnTo>
                  <a:lnTo>
                    <a:pt x="7648" y="5127"/>
                  </a:lnTo>
                  <a:close/>
                  <a:moveTo>
                    <a:pt x="13163" y="8499"/>
                  </a:moveTo>
                  <a:lnTo>
                    <a:pt x="13163" y="13153"/>
                  </a:lnTo>
                  <a:lnTo>
                    <a:pt x="605" y="13153"/>
                  </a:lnTo>
                  <a:lnTo>
                    <a:pt x="605" y="8499"/>
                  </a:lnTo>
                  <a:lnTo>
                    <a:pt x="1753" y="8499"/>
                  </a:lnTo>
                  <a:lnTo>
                    <a:pt x="1753" y="11698"/>
                  </a:lnTo>
                  <a:cubicBezTo>
                    <a:pt x="1753" y="11831"/>
                    <a:pt x="1887" y="11995"/>
                    <a:pt x="2051" y="11995"/>
                  </a:cubicBezTo>
                  <a:lnTo>
                    <a:pt x="11666" y="11995"/>
                  </a:lnTo>
                  <a:cubicBezTo>
                    <a:pt x="11841" y="11995"/>
                    <a:pt x="11964" y="11831"/>
                    <a:pt x="11964" y="11698"/>
                  </a:cubicBezTo>
                  <a:lnTo>
                    <a:pt x="11964" y="8499"/>
                  </a:lnTo>
                  <a:close/>
                  <a:moveTo>
                    <a:pt x="5598" y="1"/>
                  </a:moveTo>
                  <a:cubicBezTo>
                    <a:pt x="5434" y="1"/>
                    <a:pt x="5300" y="124"/>
                    <a:pt x="5300" y="298"/>
                  </a:cubicBezTo>
                  <a:lnTo>
                    <a:pt x="5300" y="2471"/>
                  </a:lnTo>
                  <a:lnTo>
                    <a:pt x="4152" y="2471"/>
                  </a:lnTo>
                  <a:lnTo>
                    <a:pt x="4152" y="1446"/>
                  </a:lnTo>
                  <a:cubicBezTo>
                    <a:pt x="4152" y="1323"/>
                    <a:pt x="4019" y="1149"/>
                    <a:pt x="3845" y="1149"/>
                  </a:cubicBezTo>
                  <a:lnTo>
                    <a:pt x="2102" y="1149"/>
                  </a:lnTo>
                  <a:cubicBezTo>
                    <a:pt x="1928" y="1149"/>
                    <a:pt x="1794" y="1323"/>
                    <a:pt x="1794" y="1446"/>
                  </a:cubicBezTo>
                  <a:lnTo>
                    <a:pt x="1794" y="7894"/>
                  </a:lnTo>
                  <a:lnTo>
                    <a:pt x="308" y="7894"/>
                  </a:lnTo>
                  <a:cubicBezTo>
                    <a:pt x="134" y="7894"/>
                    <a:pt x="0" y="8028"/>
                    <a:pt x="0" y="8202"/>
                  </a:cubicBezTo>
                  <a:lnTo>
                    <a:pt x="0" y="13451"/>
                  </a:lnTo>
                  <a:cubicBezTo>
                    <a:pt x="0" y="13625"/>
                    <a:pt x="134" y="13748"/>
                    <a:pt x="308" y="13748"/>
                  </a:cubicBezTo>
                  <a:lnTo>
                    <a:pt x="13460" y="13748"/>
                  </a:lnTo>
                  <a:cubicBezTo>
                    <a:pt x="13635" y="13748"/>
                    <a:pt x="13758" y="13625"/>
                    <a:pt x="13758" y="13451"/>
                  </a:cubicBezTo>
                  <a:lnTo>
                    <a:pt x="13758" y="8202"/>
                  </a:lnTo>
                  <a:cubicBezTo>
                    <a:pt x="13758" y="8028"/>
                    <a:pt x="13635" y="7894"/>
                    <a:pt x="13460" y="7894"/>
                  </a:cubicBezTo>
                  <a:lnTo>
                    <a:pt x="11666" y="7894"/>
                  </a:lnTo>
                  <a:cubicBezTo>
                    <a:pt x="11492" y="7894"/>
                    <a:pt x="11369" y="8028"/>
                    <a:pt x="11369" y="8202"/>
                  </a:cubicBezTo>
                  <a:lnTo>
                    <a:pt x="11369" y="9135"/>
                  </a:lnTo>
                  <a:lnTo>
                    <a:pt x="9278" y="2512"/>
                  </a:lnTo>
                  <a:cubicBezTo>
                    <a:pt x="9227" y="2430"/>
                    <a:pt x="9186" y="2389"/>
                    <a:pt x="9104" y="2348"/>
                  </a:cubicBezTo>
                  <a:cubicBezTo>
                    <a:pt x="9022" y="2307"/>
                    <a:pt x="8929" y="2307"/>
                    <a:pt x="8888" y="2307"/>
                  </a:cubicBezTo>
                  <a:lnTo>
                    <a:pt x="7648" y="2820"/>
                  </a:lnTo>
                  <a:lnTo>
                    <a:pt x="7648" y="298"/>
                  </a:lnTo>
                  <a:cubicBezTo>
                    <a:pt x="7648" y="124"/>
                    <a:pt x="7484" y="1"/>
                    <a:pt x="735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95" name="Google Shape;595;p45"/>
          <p:cNvCxnSpPr>
            <a:stCxn id="563" idx="2"/>
            <a:endCxn id="562" idx="0"/>
          </p:cNvCxnSpPr>
          <p:nvPr/>
        </p:nvCxnSpPr>
        <p:spPr>
          <a:xfrm>
            <a:off x="1495925" y="1840663"/>
            <a:ext cx="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6" name="Google Shape;596;p45"/>
          <p:cNvCxnSpPr>
            <a:stCxn id="562" idx="2"/>
          </p:cNvCxnSpPr>
          <p:nvPr/>
        </p:nvCxnSpPr>
        <p:spPr>
          <a:xfrm>
            <a:off x="1495925" y="3408275"/>
            <a:ext cx="0" cy="17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7" name="Google Shape;597;p45"/>
          <p:cNvCxnSpPr>
            <a:stCxn id="561" idx="2"/>
            <a:endCxn id="560" idx="0"/>
          </p:cNvCxnSpPr>
          <p:nvPr/>
        </p:nvCxnSpPr>
        <p:spPr>
          <a:xfrm>
            <a:off x="4871975" y="1840663"/>
            <a:ext cx="0" cy="105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45"/>
          <p:cNvCxnSpPr>
            <a:stCxn id="560" idx="2"/>
          </p:cNvCxnSpPr>
          <p:nvPr/>
        </p:nvCxnSpPr>
        <p:spPr>
          <a:xfrm>
            <a:off x="4871975" y="3408275"/>
            <a:ext cx="0" cy="178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/>
              <a:t>Challenges &amp; Future Work</a:t>
            </a:r>
            <a:endParaRPr/>
          </a:p>
        </p:txBody>
      </p:sp>
      <p:sp>
        <p:nvSpPr>
          <p:cNvPr id="604" name="Google Shape;604;p46"/>
          <p:cNvSpPr txBox="1"/>
          <p:nvPr/>
        </p:nvSpPr>
        <p:spPr>
          <a:xfrm>
            <a:off x="720000" y="1548350"/>
            <a:ext cx="4257900" cy="30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Building adversarial AI required careful prompt engineering to balance deception with playability. Key challenges included: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182880" lvl="0" marL="36576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Preventing prompt injection attacks</a:t>
            </a:r>
            <a:endParaRPr/>
          </a:p>
          <a:p>
            <a:pPr indent="-182880" lvl="0" marL="36576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Maintaining persona under aggressive questioning</a:t>
            </a:r>
            <a:endParaRPr/>
          </a:p>
          <a:p>
            <a:pPr indent="-182880" lvl="0" marL="36576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Balancing difficulty—too easy or impossible?</a:t>
            </a:r>
            <a:endParaRPr/>
          </a:p>
          <a:p>
            <a:pPr indent="-182880" lvl="0" marL="36576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Latency with multi-agent pipeline</a:t>
            </a:r>
            <a:endParaRPr/>
          </a:p>
        </p:txBody>
      </p:sp>
      <p:sp>
        <p:nvSpPr>
          <p:cNvPr id="605" name="Google Shape;605;p46"/>
          <p:cNvSpPr txBox="1"/>
          <p:nvPr/>
        </p:nvSpPr>
        <p:spPr>
          <a:xfrm>
            <a:off x="720000" y="1149175"/>
            <a:ext cx="42579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Challenges Faced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606" name="Google Shape;606;p46"/>
          <p:cNvSpPr txBox="1"/>
          <p:nvPr/>
        </p:nvSpPr>
        <p:spPr>
          <a:xfrm>
            <a:off x="5772175" y="1398350"/>
            <a:ext cx="2658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Future Work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607" name="Google Shape;607;p46"/>
          <p:cNvSpPr txBox="1"/>
          <p:nvPr/>
        </p:nvSpPr>
        <p:spPr>
          <a:xfrm>
            <a:off x="5772175" y="1597299"/>
            <a:ext cx="26586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Add </a:t>
            </a:r>
            <a:r>
              <a:rPr lang="en-US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on the fly</a:t>
            </a: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case generation, voice input/output, and multiplayer cooperative investigation modes.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08" name="Google Shape;608;p46"/>
          <p:cNvSpPr txBox="1"/>
          <p:nvPr/>
        </p:nvSpPr>
        <p:spPr>
          <a:xfrm>
            <a:off x="5772175" y="3060400"/>
            <a:ext cx="2658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Extensions</a:t>
            </a:r>
            <a:endParaRPr b="0" i="0" sz="1900" u="none" cap="none" strike="noStrike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sp>
        <p:nvSpPr>
          <p:cNvPr id="609" name="Google Shape;609;p46"/>
          <p:cNvSpPr txBox="1"/>
          <p:nvPr/>
        </p:nvSpPr>
        <p:spPr>
          <a:xfrm>
            <a:off x="5772175" y="3259375"/>
            <a:ext cx="26586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Apply adversarial agent patterns to other domains: negotiations, debates, educational simulations.</a:t>
            </a:r>
            <a:endParaRPr b="0" i="0" sz="1400" u="none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10" name="Google Shape;610;p46"/>
          <p:cNvSpPr/>
          <p:nvPr/>
        </p:nvSpPr>
        <p:spPr>
          <a:xfrm>
            <a:off x="5116925" y="2896550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6"/>
          <p:cNvSpPr/>
          <p:nvPr/>
        </p:nvSpPr>
        <p:spPr>
          <a:xfrm>
            <a:off x="5116925" y="1237963"/>
            <a:ext cx="516300" cy="51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2" name="Google Shape;612;p46"/>
          <p:cNvCxnSpPr>
            <a:stCxn id="611" idx="2"/>
            <a:endCxn id="610" idx="0"/>
          </p:cNvCxnSpPr>
          <p:nvPr/>
        </p:nvCxnSpPr>
        <p:spPr>
          <a:xfrm>
            <a:off x="5375075" y="1754263"/>
            <a:ext cx="0" cy="114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p46"/>
          <p:cNvCxnSpPr>
            <a:stCxn id="610" idx="2"/>
          </p:cNvCxnSpPr>
          <p:nvPr/>
        </p:nvCxnSpPr>
        <p:spPr>
          <a:xfrm>
            <a:off x="5375075" y="3412850"/>
            <a:ext cx="0" cy="17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4" name="Google Shape;614;p46"/>
          <p:cNvGrpSpPr/>
          <p:nvPr/>
        </p:nvGrpSpPr>
        <p:grpSpPr>
          <a:xfrm>
            <a:off x="5195138" y="2999375"/>
            <a:ext cx="359850" cy="310650"/>
            <a:chOff x="1727213" y="3674725"/>
            <a:chExt cx="359850" cy="310650"/>
          </a:xfrm>
        </p:grpSpPr>
        <p:sp>
          <p:nvSpPr>
            <p:cNvPr id="615" name="Google Shape;615;p46"/>
            <p:cNvSpPr/>
            <p:nvPr/>
          </p:nvSpPr>
          <p:spPr>
            <a:xfrm>
              <a:off x="2048588" y="3851825"/>
              <a:ext cx="13875" cy="66400"/>
            </a:xfrm>
            <a:custGeom>
              <a:rect b="b" l="l" r="r" t="t"/>
              <a:pathLst>
                <a:path extrusionOk="0" h="2656" w="555">
                  <a:moveTo>
                    <a:pt x="1" y="0"/>
                  </a:moveTo>
                  <a:lnTo>
                    <a:pt x="1" y="2656"/>
                  </a:lnTo>
                  <a:lnTo>
                    <a:pt x="554" y="265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6"/>
            <p:cNvSpPr/>
            <p:nvPr/>
          </p:nvSpPr>
          <p:spPr>
            <a:xfrm>
              <a:off x="1802038" y="3720600"/>
              <a:ext cx="14900" cy="54350"/>
            </a:xfrm>
            <a:custGeom>
              <a:rect b="b" l="l" r="r" t="t"/>
              <a:pathLst>
                <a:path extrusionOk="0" h="2174" w="596">
                  <a:moveTo>
                    <a:pt x="1" y="1"/>
                  </a:moveTo>
                  <a:lnTo>
                    <a:pt x="1" y="2174"/>
                  </a:lnTo>
                  <a:lnTo>
                    <a:pt x="595" y="2174"/>
                  </a:lnTo>
                  <a:lnTo>
                    <a:pt x="595" y="1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6"/>
            <p:cNvSpPr/>
            <p:nvPr/>
          </p:nvSpPr>
          <p:spPr>
            <a:xfrm>
              <a:off x="1884063" y="3910500"/>
              <a:ext cx="203000" cy="52575"/>
            </a:xfrm>
            <a:custGeom>
              <a:rect b="b" l="l" r="r" t="t"/>
              <a:pathLst>
                <a:path extrusionOk="0" h="2103" w="8120">
                  <a:moveTo>
                    <a:pt x="308" y="1"/>
                  </a:moveTo>
                  <a:cubicBezTo>
                    <a:pt x="134" y="1"/>
                    <a:pt x="0" y="134"/>
                    <a:pt x="0" y="350"/>
                  </a:cubicBezTo>
                  <a:cubicBezTo>
                    <a:pt x="52" y="473"/>
                    <a:pt x="175" y="606"/>
                    <a:pt x="308" y="606"/>
                  </a:cubicBezTo>
                  <a:lnTo>
                    <a:pt x="7012" y="606"/>
                  </a:lnTo>
                  <a:cubicBezTo>
                    <a:pt x="7310" y="606"/>
                    <a:pt x="7525" y="821"/>
                    <a:pt x="7484" y="1118"/>
                  </a:cubicBezTo>
                  <a:cubicBezTo>
                    <a:pt x="7433" y="1334"/>
                    <a:pt x="7228" y="1539"/>
                    <a:pt x="7012" y="1539"/>
                  </a:cubicBezTo>
                  <a:lnTo>
                    <a:pt x="308" y="1539"/>
                  </a:lnTo>
                  <a:cubicBezTo>
                    <a:pt x="134" y="1539"/>
                    <a:pt x="0" y="1672"/>
                    <a:pt x="0" y="1887"/>
                  </a:cubicBezTo>
                  <a:cubicBezTo>
                    <a:pt x="52" y="2010"/>
                    <a:pt x="175" y="2103"/>
                    <a:pt x="308" y="2103"/>
                  </a:cubicBezTo>
                  <a:lnTo>
                    <a:pt x="7012" y="2103"/>
                  </a:lnTo>
                  <a:cubicBezTo>
                    <a:pt x="7648" y="2103"/>
                    <a:pt x="8120" y="1590"/>
                    <a:pt x="8079" y="944"/>
                  </a:cubicBezTo>
                  <a:cubicBezTo>
                    <a:pt x="7997" y="391"/>
                    <a:pt x="7525" y="1"/>
                    <a:pt x="701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6"/>
            <p:cNvSpPr/>
            <p:nvPr/>
          </p:nvSpPr>
          <p:spPr>
            <a:xfrm>
              <a:off x="1727213" y="3674725"/>
              <a:ext cx="358825" cy="288350"/>
            </a:xfrm>
            <a:custGeom>
              <a:rect b="b" l="l" r="r" t="t"/>
              <a:pathLst>
                <a:path extrusionOk="0" h="11534" w="14353">
                  <a:moveTo>
                    <a:pt x="10939" y="595"/>
                  </a:moveTo>
                  <a:cubicBezTo>
                    <a:pt x="12220" y="595"/>
                    <a:pt x="13327" y="1661"/>
                    <a:pt x="13286" y="2984"/>
                  </a:cubicBezTo>
                  <a:cubicBezTo>
                    <a:pt x="13286" y="4224"/>
                    <a:pt x="12220" y="5249"/>
                    <a:pt x="10980" y="5249"/>
                  </a:cubicBezTo>
                  <a:lnTo>
                    <a:pt x="2994" y="5249"/>
                  </a:lnTo>
                  <a:cubicBezTo>
                    <a:pt x="2779" y="5249"/>
                    <a:pt x="2563" y="5075"/>
                    <a:pt x="2522" y="4870"/>
                  </a:cubicBezTo>
                  <a:cubicBezTo>
                    <a:pt x="2481" y="4563"/>
                    <a:pt x="2686" y="4306"/>
                    <a:pt x="2994" y="4306"/>
                  </a:cubicBezTo>
                  <a:lnTo>
                    <a:pt x="10939" y="4306"/>
                  </a:lnTo>
                  <a:cubicBezTo>
                    <a:pt x="11708" y="4306"/>
                    <a:pt x="12343" y="3712"/>
                    <a:pt x="12343" y="2943"/>
                  </a:cubicBezTo>
                  <a:cubicBezTo>
                    <a:pt x="12343" y="2174"/>
                    <a:pt x="11749" y="1538"/>
                    <a:pt x="10980" y="1538"/>
                  </a:cubicBezTo>
                  <a:lnTo>
                    <a:pt x="2994" y="1538"/>
                  </a:lnTo>
                  <a:cubicBezTo>
                    <a:pt x="2779" y="1538"/>
                    <a:pt x="2563" y="1364"/>
                    <a:pt x="2522" y="1149"/>
                  </a:cubicBezTo>
                  <a:cubicBezTo>
                    <a:pt x="2481" y="852"/>
                    <a:pt x="2686" y="595"/>
                    <a:pt x="2994" y="595"/>
                  </a:cubicBezTo>
                  <a:close/>
                  <a:moveTo>
                    <a:pt x="2994" y="1"/>
                  </a:moveTo>
                  <a:cubicBezTo>
                    <a:pt x="2430" y="1"/>
                    <a:pt x="1969" y="421"/>
                    <a:pt x="1917" y="975"/>
                  </a:cubicBezTo>
                  <a:cubicBezTo>
                    <a:pt x="1835" y="1579"/>
                    <a:pt x="2348" y="2133"/>
                    <a:pt x="2994" y="2133"/>
                  </a:cubicBezTo>
                  <a:lnTo>
                    <a:pt x="10939" y="2133"/>
                  </a:lnTo>
                  <a:cubicBezTo>
                    <a:pt x="11359" y="2133"/>
                    <a:pt x="11749" y="2471"/>
                    <a:pt x="11749" y="2902"/>
                  </a:cubicBezTo>
                  <a:cubicBezTo>
                    <a:pt x="11790" y="3373"/>
                    <a:pt x="11400" y="3712"/>
                    <a:pt x="10980" y="3712"/>
                  </a:cubicBezTo>
                  <a:lnTo>
                    <a:pt x="2902" y="3712"/>
                  </a:lnTo>
                  <a:cubicBezTo>
                    <a:pt x="2563" y="3712"/>
                    <a:pt x="2225" y="3886"/>
                    <a:pt x="2092" y="4183"/>
                  </a:cubicBezTo>
                  <a:cubicBezTo>
                    <a:pt x="1794" y="4737"/>
                    <a:pt x="1917" y="5290"/>
                    <a:pt x="2307" y="5588"/>
                  </a:cubicBezTo>
                  <a:cubicBezTo>
                    <a:pt x="810" y="6357"/>
                    <a:pt x="0" y="8243"/>
                    <a:pt x="1026" y="10078"/>
                  </a:cubicBezTo>
                  <a:cubicBezTo>
                    <a:pt x="1538" y="10970"/>
                    <a:pt x="2481" y="11534"/>
                    <a:pt x="3455" y="11534"/>
                  </a:cubicBezTo>
                  <a:lnTo>
                    <a:pt x="4398" y="11534"/>
                  </a:lnTo>
                  <a:cubicBezTo>
                    <a:pt x="4532" y="11534"/>
                    <a:pt x="4655" y="11400"/>
                    <a:pt x="4696" y="11277"/>
                  </a:cubicBezTo>
                  <a:cubicBezTo>
                    <a:pt x="4737" y="11103"/>
                    <a:pt x="4573" y="10929"/>
                    <a:pt x="4398" y="10929"/>
                  </a:cubicBezTo>
                  <a:lnTo>
                    <a:pt x="3763" y="10929"/>
                  </a:lnTo>
                  <a:cubicBezTo>
                    <a:pt x="2307" y="10929"/>
                    <a:pt x="1149" y="9781"/>
                    <a:pt x="1149" y="8325"/>
                  </a:cubicBezTo>
                  <a:cubicBezTo>
                    <a:pt x="1200" y="6961"/>
                    <a:pt x="2307" y="5844"/>
                    <a:pt x="3711" y="5844"/>
                  </a:cubicBezTo>
                  <a:lnTo>
                    <a:pt x="13286" y="5844"/>
                  </a:lnTo>
                  <a:cubicBezTo>
                    <a:pt x="13502" y="5844"/>
                    <a:pt x="13707" y="6018"/>
                    <a:pt x="13758" y="6234"/>
                  </a:cubicBezTo>
                  <a:cubicBezTo>
                    <a:pt x="13799" y="6531"/>
                    <a:pt x="13584" y="6787"/>
                    <a:pt x="13286" y="6787"/>
                  </a:cubicBezTo>
                  <a:lnTo>
                    <a:pt x="3763" y="6787"/>
                  </a:lnTo>
                  <a:cubicBezTo>
                    <a:pt x="2943" y="6787"/>
                    <a:pt x="2266" y="7382"/>
                    <a:pt x="2133" y="8151"/>
                  </a:cubicBezTo>
                  <a:cubicBezTo>
                    <a:pt x="2010" y="9135"/>
                    <a:pt x="2779" y="10037"/>
                    <a:pt x="3763" y="10037"/>
                  </a:cubicBezTo>
                  <a:lnTo>
                    <a:pt x="4398" y="10037"/>
                  </a:lnTo>
                  <a:cubicBezTo>
                    <a:pt x="4532" y="10037"/>
                    <a:pt x="4655" y="9904"/>
                    <a:pt x="4696" y="9781"/>
                  </a:cubicBezTo>
                  <a:cubicBezTo>
                    <a:pt x="4737" y="9565"/>
                    <a:pt x="4573" y="9432"/>
                    <a:pt x="4398" y="9432"/>
                  </a:cubicBezTo>
                  <a:lnTo>
                    <a:pt x="3763" y="9432"/>
                  </a:lnTo>
                  <a:cubicBezTo>
                    <a:pt x="3250" y="9432"/>
                    <a:pt x="2820" y="9094"/>
                    <a:pt x="2738" y="8581"/>
                  </a:cubicBezTo>
                  <a:cubicBezTo>
                    <a:pt x="2604" y="7946"/>
                    <a:pt x="3117" y="7382"/>
                    <a:pt x="3763" y="7382"/>
                  </a:cubicBezTo>
                  <a:lnTo>
                    <a:pt x="13286" y="7382"/>
                  </a:lnTo>
                  <a:cubicBezTo>
                    <a:pt x="13881" y="7382"/>
                    <a:pt x="14353" y="6920"/>
                    <a:pt x="14353" y="6316"/>
                  </a:cubicBezTo>
                  <a:cubicBezTo>
                    <a:pt x="14353" y="5721"/>
                    <a:pt x="13881" y="5249"/>
                    <a:pt x="13286" y="5249"/>
                  </a:cubicBezTo>
                  <a:lnTo>
                    <a:pt x="12733" y="5249"/>
                  </a:lnTo>
                  <a:cubicBezTo>
                    <a:pt x="13409" y="4737"/>
                    <a:pt x="13840" y="3927"/>
                    <a:pt x="13881" y="3025"/>
                  </a:cubicBezTo>
                  <a:cubicBezTo>
                    <a:pt x="13922" y="1364"/>
                    <a:pt x="12600" y="1"/>
                    <a:pt x="1093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6"/>
            <p:cNvSpPr/>
            <p:nvPr/>
          </p:nvSpPr>
          <p:spPr>
            <a:xfrm>
              <a:off x="1829738" y="3888050"/>
              <a:ext cx="69475" cy="97325"/>
            </a:xfrm>
            <a:custGeom>
              <a:rect b="b" l="l" r="r" t="t"/>
              <a:pathLst>
                <a:path extrusionOk="0" h="3893" w="2779">
                  <a:moveTo>
                    <a:pt x="311" y="1"/>
                  </a:moveTo>
                  <a:cubicBezTo>
                    <a:pt x="293" y="1"/>
                    <a:pt x="275" y="3"/>
                    <a:pt x="256" y="7"/>
                  </a:cubicBezTo>
                  <a:cubicBezTo>
                    <a:pt x="82" y="48"/>
                    <a:pt x="0" y="181"/>
                    <a:pt x="0" y="304"/>
                  </a:cubicBezTo>
                  <a:lnTo>
                    <a:pt x="0" y="3595"/>
                  </a:lnTo>
                  <a:cubicBezTo>
                    <a:pt x="0" y="3677"/>
                    <a:pt x="41" y="3769"/>
                    <a:pt x="123" y="3810"/>
                  </a:cubicBezTo>
                  <a:cubicBezTo>
                    <a:pt x="174" y="3851"/>
                    <a:pt x="215" y="3892"/>
                    <a:pt x="297" y="3892"/>
                  </a:cubicBezTo>
                  <a:cubicBezTo>
                    <a:pt x="338" y="3892"/>
                    <a:pt x="431" y="3851"/>
                    <a:pt x="472" y="3810"/>
                  </a:cubicBezTo>
                  <a:lnTo>
                    <a:pt x="1363" y="3083"/>
                  </a:lnTo>
                  <a:lnTo>
                    <a:pt x="2307" y="3810"/>
                  </a:lnTo>
                  <a:cubicBezTo>
                    <a:pt x="2348" y="3851"/>
                    <a:pt x="2412" y="3872"/>
                    <a:pt x="2476" y="3872"/>
                  </a:cubicBezTo>
                  <a:cubicBezTo>
                    <a:pt x="2540" y="3872"/>
                    <a:pt x="2604" y="3851"/>
                    <a:pt x="2645" y="3810"/>
                  </a:cubicBezTo>
                  <a:cubicBezTo>
                    <a:pt x="2737" y="3769"/>
                    <a:pt x="2778" y="3677"/>
                    <a:pt x="2778" y="3595"/>
                  </a:cubicBezTo>
                  <a:lnTo>
                    <a:pt x="2778" y="304"/>
                  </a:lnTo>
                  <a:cubicBezTo>
                    <a:pt x="2778" y="148"/>
                    <a:pt x="2639" y="1"/>
                    <a:pt x="2484" y="1"/>
                  </a:cubicBezTo>
                  <a:cubicBezTo>
                    <a:pt x="2466" y="1"/>
                    <a:pt x="2448" y="3"/>
                    <a:pt x="2430" y="7"/>
                  </a:cubicBezTo>
                  <a:cubicBezTo>
                    <a:pt x="2266" y="48"/>
                    <a:pt x="2173" y="181"/>
                    <a:pt x="2173" y="304"/>
                  </a:cubicBezTo>
                  <a:lnTo>
                    <a:pt x="2173" y="2949"/>
                  </a:lnTo>
                  <a:lnTo>
                    <a:pt x="1579" y="2488"/>
                  </a:lnTo>
                  <a:cubicBezTo>
                    <a:pt x="1517" y="2442"/>
                    <a:pt x="1453" y="2419"/>
                    <a:pt x="1389" y="2419"/>
                  </a:cubicBezTo>
                  <a:cubicBezTo>
                    <a:pt x="1325" y="2419"/>
                    <a:pt x="1261" y="2442"/>
                    <a:pt x="1199" y="2488"/>
                  </a:cubicBezTo>
                  <a:lnTo>
                    <a:pt x="595" y="2949"/>
                  </a:lnTo>
                  <a:lnTo>
                    <a:pt x="595" y="304"/>
                  </a:lnTo>
                  <a:cubicBezTo>
                    <a:pt x="595" y="148"/>
                    <a:pt x="463" y="1"/>
                    <a:pt x="311" y="1"/>
                  </a:cubicBez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0" name="Google Shape;620;p46"/>
          <p:cNvGrpSpPr/>
          <p:nvPr/>
        </p:nvGrpSpPr>
        <p:grpSpPr>
          <a:xfrm>
            <a:off x="5203213" y="1323625"/>
            <a:ext cx="343700" cy="345000"/>
            <a:chOff x="1751813" y="2520150"/>
            <a:chExt cx="343700" cy="345000"/>
          </a:xfrm>
        </p:grpSpPr>
        <p:sp>
          <p:nvSpPr>
            <p:cNvPr id="621" name="Google Shape;621;p46"/>
            <p:cNvSpPr/>
            <p:nvPr/>
          </p:nvSpPr>
          <p:spPr>
            <a:xfrm>
              <a:off x="1949413" y="2527850"/>
              <a:ext cx="14900" cy="328850"/>
            </a:xfrm>
            <a:custGeom>
              <a:rect b="b" l="l" r="r" t="t"/>
              <a:pathLst>
                <a:path extrusionOk="0" h="13154" w="596">
                  <a:moveTo>
                    <a:pt x="0" y="0"/>
                  </a:moveTo>
                  <a:lnTo>
                    <a:pt x="0" y="13153"/>
                  </a:lnTo>
                  <a:lnTo>
                    <a:pt x="595" y="13153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6"/>
            <p:cNvSpPr/>
            <p:nvPr/>
          </p:nvSpPr>
          <p:spPr>
            <a:xfrm>
              <a:off x="1905588" y="2527850"/>
              <a:ext cx="14900" cy="329875"/>
            </a:xfrm>
            <a:custGeom>
              <a:rect b="b" l="l" r="r" t="t"/>
              <a:pathLst>
                <a:path extrusionOk="0" h="13195" w="596">
                  <a:moveTo>
                    <a:pt x="0" y="0"/>
                  </a:moveTo>
                  <a:lnTo>
                    <a:pt x="0" y="13194"/>
                  </a:lnTo>
                  <a:lnTo>
                    <a:pt x="595" y="13194"/>
                  </a:lnTo>
                  <a:lnTo>
                    <a:pt x="595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6"/>
            <p:cNvSpPr/>
            <p:nvPr/>
          </p:nvSpPr>
          <p:spPr>
            <a:xfrm>
              <a:off x="2044238" y="2575775"/>
              <a:ext cx="43850" cy="14900"/>
            </a:xfrm>
            <a:custGeom>
              <a:rect b="b" l="l" r="r" t="t"/>
              <a:pathLst>
                <a:path extrusionOk="0" h="596" w="1754">
                  <a:moveTo>
                    <a:pt x="1" y="0"/>
                  </a:moveTo>
                  <a:lnTo>
                    <a:pt x="1" y="595"/>
                  </a:lnTo>
                  <a:lnTo>
                    <a:pt x="1754" y="595"/>
                  </a:lnTo>
                  <a:lnTo>
                    <a:pt x="1754" y="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6"/>
            <p:cNvSpPr/>
            <p:nvPr/>
          </p:nvSpPr>
          <p:spPr>
            <a:xfrm>
              <a:off x="1751813" y="2520150"/>
              <a:ext cx="256325" cy="345000"/>
            </a:xfrm>
            <a:custGeom>
              <a:rect b="b" l="l" r="r" t="t"/>
              <a:pathLst>
                <a:path extrusionOk="0" h="13800" w="10253">
                  <a:moveTo>
                    <a:pt x="9135" y="606"/>
                  </a:moveTo>
                  <a:cubicBezTo>
                    <a:pt x="9442" y="606"/>
                    <a:pt x="9647" y="862"/>
                    <a:pt x="9647" y="1118"/>
                  </a:cubicBezTo>
                  <a:lnTo>
                    <a:pt x="9647" y="12692"/>
                  </a:lnTo>
                  <a:cubicBezTo>
                    <a:pt x="9647" y="12990"/>
                    <a:pt x="9442" y="13205"/>
                    <a:pt x="9135" y="13205"/>
                  </a:cubicBezTo>
                  <a:lnTo>
                    <a:pt x="595" y="13205"/>
                  </a:lnTo>
                  <a:lnTo>
                    <a:pt x="595" y="606"/>
                  </a:lnTo>
                  <a:close/>
                  <a:moveTo>
                    <a:pt x="298" y="1"/>
                  </a:moveTo>
                  <a:cubicBezTo>
                    <a:pt x="124" y="1"/>
                    <a:pt x="1" y="134"/>
                    <a:pt x="1" y="308"/>
                  </a:cubicBezTo>
                  <a:lnTo>
                    <a:pt x="1" y="13502"/>
                  </a:lnTo>
                  <a:cubicBezTo>
                    <a:pt x="1" y="13676"/>
                    <a:pt x="124" y="13799"/>
                    <a:pt x="298" y="13799"/>
                  </a:cubicBezTo>
                  <a:lnTo>
                    <a:pt x="9135" y="13799"/>
                  </a:lnTo>
                  <a:cubicBezTo>
                    <a:pt x="9740" y="13799"/>
                    <a:pt x="10252" y="13287"/>
                    <a:pt x="10252" y="12692"/>
                  </a:cubicBezTo>
                  <a:lnTo>
                    <a:pt x="10252" y="1118"/>
                  </a:lnTo>
                  <a:cubicBezTo>
                    <a:pt x="10252" y="513"/>
                    <a:pt x="9740" y="1"/>
                    <a:pt x="913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6"/>
            <p:cNvSpPr/>
            <p:nvPr/>
          </p:nvSpPr>
          <p:spPr>
            <a:xfrm>
              <a:off x="2036813" y="2521350"/>
              <a:ext cx="58700" cy="343800"/>
            </a:xfrm>
            <a:custGeom>
              <a:rect b="b" l="l" r="r" t="t"/>
              <a:pathLst>
                <a:path extrusionOk="0" h="13752" w="2348">
                  <a:moveTo>
                    <a:pt x="1170" y="594"/>
                  </a:moveTo>
                  <a:cubicBezTo>
                    <a:pt x="1193" y="594"/>
                    <a:pt x="1217" y="596"/>
                    <a:pt x="1241" y="599"/>
                  </a:cubicBezTo>
                  <a:cubicBezTo>
                    <a:pt x="1538" y="599"/>
                    <a:pt x="1753" y="855"/>
                    <a:pt x="1753" y="1152"/>
                  </a:cubicBezTo>
                  <a:lnTo>
                    <a:pt x="1753" y="12214"/>
                  </a:lnTo>
                  <a:lnTo>
                    <a:pt x="1159" y="12942"/>
                  </a:lnTo>
                  <a:lnTo>
                    <a:pt x="605" y="12214"/>
                  </a:lnTo>
                  <a:lnTo>
                    <a:pt x="605" y="1152"/>
                  </a:lnTo>
                  <a:cubicBezTo>
                    <a:pt x="605" y="838"/>
                    <a:pt x="862" y="594"/>
                    <a:pt x="1170" y="594"/>
                  </a:cubicBezTo>
                  <a:close/>
                  <a:moveTo>
                    <a:pt x="1211" y="1"/>
                  </a:moveTo>
                  <a:cubicBezTo>
                    <a:pt x="1180" y="1"/>
                    <a:pt x="1149" y="2"/>
                    <a:pt x="1118" y="4"/>
                  </a:cubicBezTo>
                  <a:cubicBezTo>
                    <a:pt x="472" y="4"/>
                    <a:pt x="0" y="517"/>
                    <a:pt x="0" y="1152"/>
                  </a:cubicBezTo>
                  <a:lnTo>
                    <a:pt x="0" y="12347"/>
                  </a:lnTo>
                  <a:cubicBezTo>
                    <a:pt x="0" y="12388"/>
                    <a:pt x="0" y="12470"/>
                    <a:pt x="41" y="12511"/>
                  </a:cubicBezTo>
                  <a:lnTo>
                    <a:pt x="943" y="13628"/>
                  </a:lnTo>
                  <a:cubicBezTo>
                    <a:pt x="984" y="13710"/>
                    <a:pt x="1066" y="13751"/>
                    <a:pt x="1159" y="13751"/>
                  </a:cubicBezTo>
                  <a:cubicBezTo>
                    <a:pt x="1241" y="13751"/>
                    <a:pt x="1323" y="13710"/>
                    <a:pt x="1415" y="13628"/>
                  </a:cubicBezTo>
                  <a:lnTo>
                    <a:pt x="2266" y="12511"/>
                  </a:lnTo>
                  <a:cubicBezTo>
                    <a:pt x="2307" y="12470"/>
                    <a:pt x="2348" y="12388"/>
                    <a:pt x="2348" y="12347"/>
                  </a:cubicBezTo>
                  <a:lnTo>
                    <a:pt x="2348" y="1152"/>
                  </a:lnTo>
                  <a:cubicBezTo>
                    <a:pt x="2348" y="497"/>
                    <a:pt x="1844" y="1"/>
                    <a:pt x="1211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6"/>
            <p:cNvSpPr/>
            <p:nvPr/>
          </p:nvSpPr>
          <p:spPr>
            <a:xfrm>
              <a:off x="1795638" y="2565000"/>
              <a:ext cx="70500" cy="15150"/>
            </a:xfrm>
            <a:custGeom>
              <a:rect b="b" l="l" r="r" t="t"/>
              <a:pathLst>
                <a:path extrusionOk="0" h="606" w="2820">
                  <a:moveTo>
                    <a:pt x="339" y="1"/>
                  </a:moveTo>
                  <a:cubicBezTo>
                    <a:pt x="124" y="1"/>
                    <a:pt x="1" y="175"/>
                    <a:pt x="42" y="349"/>
                  </a:cubicBezTo>
                  <a:cubicBezTo>
                    <a:pt x="42" y="472"/>
                    <a:pt x="165" y="606"/>
                    <a:pt x="339" y="606"/>
                  </a:cubicBezTo>
                  <a:lnTo>
                    <a:pt x="2512" y="606"/>
                  </a:lnTo>
                  <a:cubicBezTo>
                    <a:pt x="2686" y="606"/>
                    <a:pt x="2820" y="431"/>
                    <a:pt x="2820" y="257"/>
                  </a:cubicBezTo>
                  <a:cubicBezTo>
                    <a:pt x="2769" y="93"/>
                    <a:pt x="2645" y="1"/>
                    <a:pt x="2512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6"/>
            <p:cNvSpPr/>
            <p:nvPr/>
          </p:nvSpPr>
          <p:spPr>
            <a:xfrm>
              <a:off x="1795638" y="2608825"/>
              <a:ext cx="48975" cy="15150"/>
            </a:xfrm>
            <a:custGeom>
              <a:rect b="b" l="l" r="r" t="t"/>
              <a:pathLst>
                <a:path extrusionOk="0" h="606" w="1959">
                  <a:moveTo>
                    <a:pt x="339" y="1"/>
                  </a:moveTo>
                  <a:cubicBezTo>
                    <a:pt x="124" y="1"/>
                    <a:pt x="1" y="175"/>
                    <a:pt x="42" y="349"/>
                  </a:cubicBezTo>
                  <a:cubicBezTo>
                    <a:pt x="42" y="472"/>
                    <a:pt x="165" y="606"/>
                    <a:pt x="339" y="606"/>
                  </a:cubicBezTo>
                  <a:lnTo>
                    <a:pt x="1620" y="606"/>
                  </a:lnTo>
                  <a:cubicBezTo>
                    <a:pt x="1795" y="606"/>
                    <a:pt x="1959" y="431"/>
                    <a:pt x="1918" y="257"/>
                  </a:cubicBezTo>
                  <a:cubicBezTo>
                    <a:pt x="1918" y="93"/>
                    <a:pt x="1743" y="1"/>
                    <a:pt x="162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7"/>
          <p:cNvSpPr txBox="1"/>
          <p:nvPr>
            <p:ph type="title"/>
          </p:nvPr>
        </p:nvSpPr>
        <p:spPr>
          <a:xfrm>
            <a:off x="877800" y="2128600"/>
            <a:ext cx="5863500" cy="185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6700"/>
              <a:t>Thanks!</a:t>
            </a:r>
            <a:endParaRPr sz="6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